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8" r:id="rId2"/>
    <p:sldId id="261" r:id="rId3"/>
    <p:sldId id="262" r:id="rId4"/>
    <p:sldId id="259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60F9FA-8B79-8396-CFA7-2EE371F848B0}" v="13" dt="2025-10-31T10:50:39.265"/>
    <p1510:client id="{4F9CBE45-2F97-D1DB-B77B-C113B0C229AE}" v="1" dt="2025-10-31T10:31:38.396"/>
    <p1510:client id="{59767CA7-5255-8FDB-0407-FB5B946B0C0E}" v="614" dt="2025-10-30T22:57:00.071"/>
    <p1510:client id="{6CB99B8B-39B2-EBB5-EF66-D8247585C48C}" v="25" dt="2025-10-31T09:59:47.034"/>
    <p1510:client id="{6EA963C0-0858-7CDF-6FEF-2EFBABB1BE34}" v="5" dt="2025-10-31T10:12:44.0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24126339 Huda Ibrahim" userId="S::d24126339@mytudublin.ie::fc222b0b-2b1d-4758-af7b-2764fb150432" providerId="AD" clId="Web-{4F9CBE45-2F97-D1DB-B77B-C113B0C229AE}"/>
    <pc:docChg chg="delSld">
      <pc:chgData name="D24126339 Huda Ibrahim" userId="S::d24126339@mytudublin.ie::fc222b0b-2b1d-4758-af7b-2764fb150432" providerId="AD" clId="Web-{4F9CBE45-2F97-D1DB-B77B-C113B0C229AE}" dt="2025-10-31T10:31:38.396" v="0"/>
      <pc:docMkLst>
        <pc:docMk/>
      </pc:docMkLst>
      <pc:sldChg chg="del">
        <pc:chgData name="D24126339 Huda Ibrahim" userId="S::d24126339@mytudublin.ie::fc222b0b-2b1d-4758-af7b-2764fb150432" providerId="AD" clId="Web-{4F9CBE45-2F97-D1DB-B77B-C113B0C229AE}" dt="2025-10-31T10:31:38.396" v="0"/>
        <pc:sldMkLst>
          <pc:docMk/>
          <pc:sldMk cId="3555187909" sldId="264"/>
        </pc:sldMkLst>
      </pc:sldChg>
    </pc:docChg>
  </pc:docChgLst>
  <pc:docChgLst>
    <pc:chgData name="D24126339 Huda Ibrahim" userId="S::d24126339@mytudublin.ie::fc222b0b-2b1d-4758-af7b-2764fb150432" providerId="AD" clId="Web-{59767CA7-5255-8FDB-0407-FB5B946B0C0E}"/>
    <pc:docChg chg="modSld">
      <pc:chgData name="D24126339 Huda Ibrahim" userId="S::d24126339@mytudublin.ie::fc222b0b-2b1d-4758-af7b-2764fb150432" providerId="AD" clId="Web-{59767CA7-5255-8FDB-0407-FB5B946B0C0E}" dt="2025-10-30T22:57:00.071" v="528" actId="14100"/>
      <pc:docMkLst>
        <pc:docMk/>
      </pc:docMkLst>
      <pc:sldChg chg="addSp delSp modSp mod setBg">
        <pc:chgData name="D24126339 Huda Ibrahim" userId="S::d24126339@mytudublin.ie::fc222b0b-2b1d-4758-af7b-2764fb150432" providerId="AD" clId="Web-{59767CA7-5255-8FDB-0407-FB5B946B0C0E}" dt="2025-10-30T22:10:04.690" v="131"/>
        <pc:sldMkLst>
          <pc:docMk/>
          <pc:sldMk cId="2756670129" sldId="258"/>
        </pc:sldMkLst>
        <pc:spChg chg="mod">
          <ac:chgData name="D24126339 Huda Ibrahim" userId="S::d24126339@mytudublin.ie::fc222b0b-2b1d-4758-af7b-2764fb150432" providerId="AD" clId="Web-{59767CA7-5255-8FDB-0407-FB5B946B0C0E}" dt="2025-10-30T22:06:11.234" v="102" actId="20577"/>
          <ac:spMkLst>
            <pc:docMk/>
            <pc:sldMk cId="2756670129" sldId="258"/>
            <ac:spMk id="2" creationId="{00000000-0000-0000-0000-000000000000}"/>
          </ac:spMkLst>
        </pc:spChg>
        <pc:spChg chg="add del mod ord">
          <ac:chgData name="D24126339 Huda Ibrahim" userId="S::d24126339@mytudublin.ie::fc222b0b-2b1d-4758-af7b-2764fb150432" providerId="AD" clId="Web-{59767CA7-5255-8FDB-0407-FB5B946B0C0E}" dt="2025-10-30T22:10:04.690" v="131"/>
          <ac:spMkLst>
            <pc:docMk/>
            <pc:sldMk cId="2756670129" sldId="258"/>
            <ac:spMk id="3" creationId="{00000000-0000-0000-0000-000000000000}"/>
          </ac:spMkLst>
        </pc:spChg>
        <pc:spChg chg="add mod">
          <ac:chgData name="D24126339 Huda Ibrahim" userId="S::d24126339@mytudublin.ie::fc222b0b-2b1d-4758-af7b-2764fb150432" providerId="AD" clId="Web-{59767CA7-5255-8FDB-0407-FB5B946B0C0E}" dt="2025-10-30T22:06:37.219" v="107" actId="1076"/>
          <ac:spMkLst>
            <pc:docMk/>
            <pc:sldMk cId="2756670129" sldId="258"/>
            <ac:spMk id="4" creationId="{B1E94130-B999-F08F-2814-69644DC4F476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12" creationId="{A65AC7D1-EAA9-48F5-B509-60A7F50BF703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14" creationId="{D6320AF9-619A-4175-865B-5663E1AEF4C5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20" creationId="{7E018740-5C2B-4A41-AC1A-7E68D1EC1954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22" creationId="{166F75A4-C475-4941-8EE2-B80A06A2C1BB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24" creationId="{A032553A-72E8-4B0D-8405-FF9771C9AF05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26" creationId="{765800AC-C3B9-498E-87BC-29FAE4C76B21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28" creationId="{1F9D6ACB-2FF4-49F9-978A-E0D5327FC635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04:39.858" v="87"/>
          <ac:spMkLst>
            <pc:docMk/>
            <pc:sldMk cId="2756670129" sldId="258"/>
            <ac:spMk id="30" creationId="{A5EC319D-0FEA-4B95-A3EA-01E35672C95B}"/>
          </ac:spMkLst>
        </pc:spChg>
        <pc:graphicFrameChg chg="add del mod">
          <ac:chgData name="D24126339 Huda Ibrahim" userId="S::d24126339@mytudublin.ie::fc222b0b-2b1d-4758-af7b-2764fb150432" providerId="AD" clId="Web-{59767CA7-5255-8FDB-0407-FB5B946B0C0E}" dt="2025-10-30T22:08:59.799" v="127"/>
          <ac:graphicFrameMkLst>
            <pc:docMk/>
            <pc:sldMk cId="2756670129" sldId="258"/>
            <ac:graphicFrameMk id="32" creationId="{DD7F3F3F-3053-CA6B-3216-ECDED4A81C03}"/>
          </ac:graphicFrameMkLst>
        </pc:graphicFrameChg>
        <pc:picChg chg="mod">
          <ac:chgData name="D24126339 Huda Ibrahim" userId="S::d24126339@mytudublin.ie::fc222b0b-2b1d-4758-af7b-2764fb150432" providerId="AD" clId="Web-{59767CA7-5255-8FDB-0407-FB5B946B0C0E}" dt="2025-10-30T22:08:59.424" v="126" actId="1076"/>
          <ac:picMkLst>
            <pc:docMk/>
            <pc:sldMk cId="2756670129" sldId="258"/>
            <ac:picMk id="7" creationId="{76D28407-17F3-5A81-348A-A68E5F96A29F}"/>
          </ac:picMkLst>
        </pc:picChg>
      </pc:sldChg>
      <pc:sldChg chg="modSp modNotes">
        <pc:chgData name="D24126339 Huda Ibrahim" userId="S::d24126339@mytudublin.ie::fc222b0b-2b1d-4758-af7b-2764fb150432" providerId="AD" clId="Web-{59767CA7-5255-8FDB-0407-FB5B946B0C0E}" dt="2025-10-30T22:57:00.071" v="528" actId="14100"/>
        <pc:sldMkLst>
          <pc:docMk/>
          <pc:sldMk cId="1216770986" sldId="259"/>
        </pc:sldMkLst>
        <pc:spChg chg="mod">
          <ac:chgData name="D24126339 Huda Ibrahim" userId="S::d24126339@mytudublin.ie::fc222b0b-2b1d-4758-af7b-2764fb150432" providerId="AD" clId="Web-{59767CA7-5255-8FDB-0407-FB5B946B0C0E}" dt="2025-10-30T22:35:00.363" v="496" actId="1076"/>
          <ac:spMkLst>
            <pc:docMk/>
            <pc:sldMk cId="1216770986" sldId="259"/>
            <ac:spMk id="2" creationId="{00000000-0000-0000-0000-000000000000}"/>
          </ac:spMkLst>
        </pc:spChg>
        <pc:spChg chg="mod">
          <ac:chgData name="D24126339 Huda Ibrahim" userId="S::d24126339@mytudublin.ie::fc222b0b-2b1d-4758-af7b-2764fb150432" providerId="AD" clId="Web-{59767CA7-5255-8FDB-0407-FB5B946B0C0E}" dt="2025-10-30T22:57:00.071" v="528" actId="14100"/>
          <ac:spMkLst>
            <pc:docMk/>
            <pc:sldMk cId="1216770986" sldId="259"/>
            <ac:spMk id="3" creationId="{00000000-0000-0000-0000-000000000000}"/>
          </ac:spMkLst>
        </pc:spChg>
      </pc:sldChg>
      <pc:sldChg chg="addSp delSp modSp mod setBg">
        <pc:chgData name="D24126339 Huda Ibrahim" userId="S::d24126339@mytudublin.ie::fc222b0b-2b1d-4758-af7b-2764fb150432" providerId="AD" clId="Web-{59767CA7-5255-8FDB-0407-FB5B946B0C0E}" dt="2025-10-30T22:27:35.905" v="455" actId="14100"/>
        <pc:sldMkLst>
          <pc:docMk/>
          <pc:sldMk cId="1809440744" sldId="261"/>
        </pc:sldMkLst>
        <pc:spChg chg="mod">
          <ac:chgData name="D24126339 Huda Ibrahim" userId="S::d24126339@mytudublin.ie::fc222b0b-2b1d-4758-af7b-2764fb150432" providerId="AD" clId="Web-{59767CA7-5255-8FDB-0407-FB5B946B0C0E}" dt="2025-10-30T22:27:27.124" v="453"/>
          <ac:spMkLst>
            <pc:docMk/>
            <pc:sldMk cId="1809440744" sldId="261"/>
            <ac:spMk id="2" creationId="{00000000-0000-0000-0000-000000000000}"/>
          </ac:spMkLst>
        </pc:spChg>
        <pc:spChg chg="add del mod">
          <ac:chgData name="D24126339 Huda Ibrahim" userId="S::d24126339@mytudublin.ie::fc222b0b-2b1d-4758-af7b-2764fb150432" providerId="AD" clId="Web-{59767CA7-5255-8FDB-0407-FB5B946B0C0E}" dt="2025-10-30T22:12:11.162" v="135"/>
          <ac:spMkLst>
            <pc:docMk/>
            <pc:sldMk cId="1809440744" sldId="261"/>
            <ac:spMk id="5" creationId="{5CFCF462-9653-84FE-4039-DB4091CA9E9F}"/>
          </ac:spMkLst>
        </pc:spChg>
        <pc:spChg chg="add del">
          <ac:chgData name="D24126339 Huda Ibrahim" userId="S::d24126339@mytudublin.ie::fc222b0b-2b1d-4758-af7b-2764fb150432" providerId="AD" clId="Web-{59767CA7-5255-8FDB-0407-FB5B946B0C0E}" dt="2025-10-30T22:12:18.318" v="137"/>
          <ac:spMkLst>
            <pc:docMk/>
            <pc:sldMk cId="1809440744" sldId="261"/>
            <ac:spMk id="12" creationId="{45B71F80-1F92-4074-84D9-16A062B215B3}"/>
          </ac:spMkLst>
        </pc:spChg>
        <pc:spChg chg="add del">
          <ac:chgData name="D24126339 Huda Ibrahim" userId="S::d24126339@mytudublin.ie::fc222b0b-2b1d-4758-af7b-2764fb150432" providerId="AD" clId="Web-{59767CA7-5255-8FDB-0407-FB5B946B0C0E}" dt="2025-10-30T22:12:18.318" v="137"/>
          <ac:spMkLst>
            <pc:docMk/>
            <pc:sldMk cId="1809440744" sldId="261"/>
            <ac:spMk id="14" creationId="{7209C9DA-6E0D-46D9-8275-C52222D8CCAC}"/>
          </ac:spMkLst>
        </pc:spChg>
        <pc:spChg chg="add del">
          <ac:chgData name="D24126339 Huda Ibrahim" userId="S::d24126339@mytudublin.ie::fc222b0b-2b1d-4758-af7b-2764fb150432" providerId="AD" clId="Web-{59767CA7-5255-8FDB-0407-FB5B946B0C0E}" dt="2025-10-30T22:12:18.318" v="137"/>
          <ac:spMkLst>
            <pc:docMk/>
            <pc:sldMk cId="1809440744" sldId="261"/>
            <ac:spMk id="16" creationId="{3EB57A4D-E0D0-46DA-B339-F24CA46FA70B}"/>
          </ac:spMkLst>
        </pc:spChg>
        <pc:spChg chg="add del">
          <ac:chgData name="D24126339 Huda Ibrahim" userId="S::d24126339@mytudublin.ie::fc222b0b-2b1d-4758-af7b-2764fb150432" providerId="AD" clId="Web-{59767CA7-5255-8FDB-0407-FB5B946B0C0E}" dt="2025-10-30T22:12:30.037" v="141"/>
          <ac:spMkLst>
            <pc:docMk/>
            <pc:sldMk cId="1809440744" sldId="261"/>
            <ac:spMk id="18" creationId="{45B71F80-1F92-4074-84D9-16A062B215B3}"/>
          </ac:spMkLst>
        </pc:spChg>
        <pc:spChg chg="add del">
          <ac:chgData name="D24126339 Huda Ibrahim" userId="S::d24126339@mytudublin.ie::fc222b0b-2b1d-4758-af7b-2764fb150432" providerId="AD" clId="Web-{59767CA7-5255-8FDB-0407-FB5B946B0C0E}" dt="2025-10-30T22:12:30.037" v="141"/>
          <ac:spMkLst>
            <pc:docMk/>
            <pc:sldMk cId="1809440744" sldId="261"/>
            <ac:spMk id="19" creationId="{7209C9DA-6E0D-46D9-8275-C52222D8CCAC}"/>
          </ac:spMkLst>
        </pc:spChg>
        <pc:spChg chg="add del">
          <ac:chgData name="D24126339 Huda Ibrahim" userId="S::d24126339@mytudublin.ie::fc222b0b-2b1d-4758-af7b-2764fb150432" providerId="AD" clId="Web-{59767CA7-5255-8FDB-0407-FB5B946B0C0E}" dt="2025-10-30T22:12:30.037" v="141"/>
          <ac:spMkLst>
            <pc:docMk/>
            <pc:sldMk cId="1809440744" sldId="261"/>
            <ac:spMk id="20" creationId="{3EB57A4D-E0D0-46DA-B339-F24CA46FA70B}"/>
          </ac:spMkLst>
        </pc:spChg>
        <pc:spChg chg="add del mod">
          <ac:chgData name="D24126339 Huda Ibrahim" userId="S::d24126339@mytudublin.ie::fc222b0b-2b1d-4758-af7b-2764fb150432" providerId="AD" clId="Web-{59767CA7-5255-8FDB-0407-FB5B946B0C0E}" dt="2025-10-30T22:14:32.038" v="217"/>
          <ac:spMkLst>
            <pc:docMk/>
            <pc:sldMk cId="1809440744" sldId="261"/>
            <ac:spMk id="26" creationId="{49D7A30A-E73B-9DEF-8F61-C7BB4707A05E}"/>
          </ac:spMkLst>
        </pc:spChg>
        <pc:spChg chg="add del mod">
          <ac:chgData name="D24126339 Huda Ibrahim" userId="S::d24126339@mytudublin.ie::fc222b0b-2b1d-4758-af7b-2764fb150432" providerId="AD" clId="Web-{59767CA7-5255-8FDB-0407-FB5B946B0C0E}" dt="2025-10-30T22:15:37.118" v="292"/>
          <ac:spMkLst>
            <pc:docMk/>
            <pc:sldMk cId="1809440744" sldId="261"/>
            <ac:spMk id="28" creationId="{CA534A2D-25D2-6CE5-22F8-226B9A684F0E}"/>
          </ac:spMkLst>
        </pc:spChg>
        <pc:spChg chg="add del mod">
          <ac:chgData name="D24126339 Huda Ibrahim" userId="S::d24126339@mytudublin.ie::fc222b0b-2b1d-4758-af7b-2764fb150432" providerId="AD" clId="Web-{59767CA7-5255-8FDB-0407-FB5B946B0C0E}" dt="2025-10-30T22:18:31.499" v="297"/>
          <ac:spMkLst>
            <pc:docMk/>
            <pc:sldMk cId="1809440744" sldId="261"/>
            <ac:spMk id="30" creationId="{D7943B8B-901B-547B-1731-0BF4CF78521C}"/>
          </ac:spMkLst>
        </pc:spChg>
        <pc:spChg chg="add del mod">
          <ac:chgData name="D24126339 Huda Ibrahim" userId="S::d24126339@mytudublin.ie::fc222b0b-2b1d-4758-af7b-2764fb150432" providerId="AD" clId="Web-{59767CA7-5255-8FDB-0407-FB5B946B0C0E}" dt="2025-10-30T22:27:20.842" v="452"/>
          <ac:spMkLst>
            <pc:docMk/>
            <pc:sldMk cId="1809440744" sldId="261"/>
            <ac:spMk id="39" creationId="{80CA56FA-3667-1BD1-1661-89F57549BCB6}"/>
          </ac:spMkLst>
        </pc:spChg>
        <pc:grpChg chg="add del">
          <ac:chgData name="D24126339 Huda Ibrahim" userId="S::d24126339@mytudublin.ie::fc222b0b-2b1d-4758-af7b-2764fb150432" providerId="AD" clId="Web-{59767CA7-5255-8FDB-0407-FB5B946B0C0E}" dt="2025-10-30T22:27:27.124" v="453"/>
          <ac:grpSpMkLst>
            <pc:docMk/>
            <pc:sldMk cId="1809440744" sldId="261"/>
            <ac:grpSpMk id="9" creationId="{4815A7B4-532E-48C9-AC24-D78ACF3339DB}"/>
          </ac:grpSpMkLst>
        </pc:grpChg>
        <pc:grpChg chg="add">
          <ac:chgData name="D24126339 Huda Ibrahim" userId="S::d24126339@mytudublin.ie::fc222b0b-2b1d-4758-af7b-2764fb150432" providerId="AD" clId="Web-{59767CA7-5255-8FDB-0407-FB5B946B0C0E}" dt="2025-10-30T22:27:27.124" v="453"/>
          <ac:grpSpMkLst>
            <pc:docMk/>
            <pc:sldMk cId="1809440744" sldId="261"/>
            <ac:grpSpMk id="45" creationId="{4815A7B4-532E-48C9-AC24-D78ACF3339DB}"/>
          </ac:grpSpMkLst>
        </pc:grpChg>
        <pc:graphicFrameChg chg="add del mod ord modGraphic">
          <ac:chgData name="D24126339 Huda Ibrahim" userId="S::d24126339@mytudublin.ie::fc222b0b-2b1d-4758-af7b-2764fb150432" providerId="AD" clId="Web-{59767CA7-5255-8FDB-0407-FB5B946B0C0E}" dt="2025-10-30T22:15:58.541" v="296"/>
          <ac:graphicFrameMkLst>
            <pc:docMk/>
            <pc:sldMk cId="1809440744" sldId="261"/>
            <ac:graphicFrameMk id="7" creationId="{FFE2C4E8-E3A6-A479-DBDF-72F53C97DE22}"/>
          </ac:graphicFrameMkLst>
        </pc:graphicFrameChg>
        <pc:graphicFrameChg chg="add del mod ord modGraphic">
          <ac:chgData name="D24126339 Huda Ibrahim" userId="S::d24126339@mytudublin.ie::fc222b0b-2b1d-4758-af7b-2764fb150432" providerId="AD" clId="Web-{59767CA7-5255-8FDB-0407-FB5B946B0C0E}" dt="2025-10-30T22:27:03.248" v="451"/>
          <ac:graphicFrameMkLst>
            <pc:docMk/>
            <pc:sldMk cId="1809440744" sldId="261"/>
            <ac:graphicFrameMk id="31" creationId="{ECE71540-5320-F042-4C2D-7514A0E5110E}"/>
          </ac:graphicFrameMkLst>
        </pc:graphicFrameChg>
        <pc:graphicFrameChg chg="add del mod">
          <ac:chgData name="D24126339 Huda Ibrahim" userId="S::d24126339@mytudublin.ie::fc222b0b-2b1d-4758-af7b-2764fb150432" providerId="AD" clId="Web-{59767CA7-5255-8FDB-0407-FB5B946B0C0E}" dt="2025-10-30T22:18:41.468" v="299"/>
          <ac:graphicFrameMkLst>
            <pc:docMk/>
            <pc:sldMk cId="1809440744" sldId="261"/>
            <ac:graphicFrameMk id="33" creationId="{C08ABD38-CDE0-FDC6-FF70-32DE59A45C3A}"/>
          </ac:graphicFrameMkLst>
        </pc:graphicFrameChg>
        <pc:graphicFrameChg chg="add del mod">
          <ac:chgData name="D24126339 Huda Ibrahim" userId="S::d24126339@mytudublin.ie::fc222b0b-2b1d-4758-af7b-2764fb150432" providerId="AD" clId="Web-{59767CA7-5255-8FDB-0407-FB5B946B0C0E}" dt="2025-10-30T22:19:02.734" v="301"/>
          <ac:graphicFrameMkLst>
            <pc:docMk/>
            <pc:sldMk cId="1809440744" sldId="261"/>
            <ac:graphicFrameMk id="35" creationId="{F4C62FCD-28E2-D642-CD08-7871D1864034}"/>
          </ac:graphicFrameMkLst>
        </pc:graphicFrameChg>
        <pc:graphicFrameChg chg="add del mod">
          <ac:chgData name="D24126339 Huda Ibrahim" userId="S::d24126339@mytudublin.ie::fc222b0b-2b1d-4758-af7b-2764fb150432" providerId="AD" clId="Web-{59767CA7-5255-8FDB-0407-FB5B946B0C0E}" dt="2025-10-30T22:24:02.573" v="437"/>
          <ac:graphicFrameMkLst>
            <pc:docMk/>
            <pc:sldMk cId="1809440744" sldId="261"/>
            <ac:graphicFrameMk id="37" creationId="{F701EBAA-E2F1-8829-D3F1-940DAEBC9D8E}"/>
          </ac:graphicFrameMkLst>
        </pc:graphicFrameChg>
        <pc:picChg chg="del mod">
          <ac:chgData name="D24126339 Huda Ibrahim" userId="S::d24126339@mytudublin.ie::fc222b0b-2b1d-4758-af7b-2764fb150432" providerId="AD" clId="Web-{59767CA7-5255-8FDB-0407-FB5B946B0C0E}" dt="2025-10-30T22:11:12.644" v="134"/>
          <ac:picMkLst>
            <pc:docMk/>
            <pc:sldMk cId="1809440744" sldId="261"/>
            <ac:picMk id="4" creationId="{00000000-0000-0000-0000-000000000000}"/>
          </ac:picMkLst>
        </pc:picChg>
        <pc:picChg chg="add mod ord">
          <ac:chgData name="D24126339 Huda Ibrahim" userId="S::d24126339@mytudublin.ie::fc222b0b-2b1d-4758-af7b-2764fb150432" providerId="AD" clId="Web-{59767CA7-5255-8FDB-0407-FB5B946B0C0E}" dt="2025-10-30T22:27:35.905" v="455" actId="14100"/>
          <ac:picMkLst>
            <pc:docMk/>
            <pc:sldMk cId="1809440744" sldId="261"/>
            <ac:picMk id="40" creationId="{56215DC0-B227-551C-9A70-1655916CB87E}"/>
          </ac:picMkLst>
        </pc:picChg>
      </pc:sldChg>
      <pc:sldChg chg="addSp delSp modSp mod setBg modNotes">
        <pc:chgData name="D24126339 Huda Ibrahim" userId="S::d24126339@mytudublin.ie::fc222b0b-2b1d-4758-af7b-2764fb150432" providerId="AD" clId="Web-{59767CA7-5255-8FDB-0407-FB5B946B0C0E}" dt="2025-10-30T22:31:30.123" v="486" actId="20577"/>
        <pc:sldMkLst>
          <pc:docMk/>
          <pc:sldMk cId="4115009333" sldId="262"/>
        </pc:sldMkLst>
        <pc:spChg chg="mod">
          <ac:chgData name="D24126339 Huda Ibrahim" userId="S::d24126339@mytudublin.ie::fc222b0b-2b1d-4758-af7b-2764fb150432" providerId="AD" clId="Web-{59767CA7-5255-8FDB-0407-FB5B946B0C0E}" dt="2025-10-30T22:31:30.123" v="486" actId="20577"/>
          <ac:spMkLst>
            <pc:docMk/>
            <pc:sldMk cId="4115009333" sldId="262"/>
            <ac:spMk id="2" creationId="{00000000-0000-0000-0000-000000000000}"/>
          </ac:spMkLst>
        </pc:spChg>
        <pc:spChg chg="add del mod">
          <ac:chgData name="D24126339 Huda Ibrahim" userId="S::d24126339@mytudublin.ie::fc222b0b-2b1d-4758-af7b-2764fb150432" providerId="AD" clId="Web-{59767CA7-5255-8FDB-0407-FB5B946B0C0E}" dt="2025-10-30T22:28:34.298" v="458"/>
          <ac:spMkLst>
            <pc:docMk/>
            <pc:sldMk cId="4115009333" sldId="262"/>
            <ac:spMk id="3" creationId="{00000000-0000-0000-0000-000000000000}"/>
          </ac:spMkLst>
        </pc:spChg>
        <pc:spChg chg="add mod">
          <ac:chgData name="D24126339 Huda Ibrahim" userId="S::d24126339@mytudublin.ie::fc222b0b-2b1d-4758-af7b-2764fb150432" providerId="AD" clId="Web-{59767CA7-5255-8FDB-0407-FB5B946B0C0E}" dt="2025-10-30T22:29:45.196" v="483" actId="14100"/>
          <ac:spMkLst>
            <pc:docMk/>
            <pc:sldMk cId="4115009333" sldId="262"/>
            <ac:spMk id="7" creationId="{00000000-0000-0000-0000-000000000000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28:34.298" v="458"/>
          <ac:spMkLst>
            <pc:docMk/>
            <pc:sldMk cId="4115009333" sldId="262"/>
            <ac:spMk id="8" creationId="{603AE127-802C-459A-A612-DB85B67F0DC0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28:34.298" v="458"/>
          <ac:spMkLst>
            <pc:docMk/>
            <pc:sldMk cId="4115009333" sldId="262"/>
            <ac:spMk id="10" creationId="{9323D83D-50D6-4040-A58B-FCEA340F886A}"/>
          </ac:spMkLst>
        </pc:spChg>
        <pc:spChg chg="add">
          <ac:chgData name="D24126339 Huda Ibrahim" userId="S::d24126339@mytudublin.ie::fc222b0b-2b1d-4758-af7b-2764fb150432" providerId="AD" clId="Web-{59767CA7-5255-8FDB-0407-FB5B946B0C0E}" dt="2025-10-30T22:28:34.298" v="458"/>
          <ac:spMkLst>
            <pc:docMk/>
            <pc:sldMk cId="4115009333" sldId="262"/>
            <ac:spMk id="14" creationId="{F10FD715-4DCE-4779-B634-EC78315EA213}"/>
          </ac:spMkLst>
        </pc:spChg>
        <pc:graphicFrameChg chg="add del">
          <ac:chgData name="D24126339 Huda Ibrahim" userId="S::d24126339@mytudublin.ie::fc222b0b-2b1d-4758-af7b-2764fb150432" providerId="AD" clId="Web-{59767CA7-5255-8FDB-0407-FB5B946B0C0E}" dt="2025-10-30T22:28:34.298" v="457"/>
          <ac:graphicFrameMkLst>
            <pc:docMk/>
            <pc:sldMk cId="4115009333" sldId="262"/>
            <ac:graphicFrameMk id="5" creationId="{73166042-85D7-1D29-9157-FA0159CC557C}"/>
          </ac:graphicFrameMkLst>
        </pc:graphicFrameChg>
        <pc:cxnChg chg="add">
          <ac:chgData name="D24126339 Huda Ibrahim" userId="S::d24126339@mytudublin.ie::fc222b0b-2b1d-4758-af7b-2764fb150432" providerId="AD" clId="Web-{59767CA7-5255-8FDB-0407-FB5B946B0C0E}" dt="2025-10-30T22:28:34.298" v="458"/>
          <ac:cxnSpMkLst>
            <pc:docMk/>
            <pc:sldMk cId="4115009333" sldId="262"/>
            <ac:cxnSpMk id="12" creationId="{1A1FE6BB-DFB2-4080-9B5E-076EF5DDE67B}"/>
          </ac:cxnSpMkLst>
        </pc:cxnChg>
      </pc:sldChg>
    </pc:docChg>
  </pc:docChgLst>
  <pc:docChgLst>
    <pc:chgData name="D24126339 Huda Ibrahim" userId="S::d24126339@mytudublin.ie::fc222b0b-2b1d-4758-af7b-2764fb150432" providerId="AD" clId="Web-{3260F9FA-8B79-8396-CFA7-2EE371F848B0}"/>
    <pc:docChg chg="addSld delSld modSld">
      <pc:chgData name="D24126339 Huda Ibrahim" userId="S::d24126339@mytudublin.ie::fc222b0b-2b1d-4758-af7b-2764fb150432" providerId="AD" clId="Web-{3260F9FA-8B79-8396-CFA7-2EE371F848B0}" dt="2025-10-31T10:50:49.265" v="12"/>
      <pc:docMkLst>
        <pc:docMk/>
      </pc:docMkLst>
      <pc:sldChg chg="del">
        <pc:chgData name="D24126339 Huda Ibrahim" userId="S::d24126339@mytudublin.ie::fc222b0b-2b1d-4758-af7b-2764fb150432" providerId="AD" clId="Web-{3260F9FA-8B79-8396-CFA7-2EE371F848B0}" dt="2025-10-31T10:50:12.171" v="0"/>
        <pc:sldMkLst>
          <pc:docMk/>
          <pc:sldMk cId="201319854" sldId="263"/>
        </pc:sldMkLst>
      </pc:sldChg>
      <pc:sldChg chg="addSp delSp modSp new mod setBg">
        <pc:chgData name="D24126339 Huda Ibrahim" userId="S::d24126339@mytudublin.ie::fc222b0b-2b1d-4758-af7b-2764fb150432" providerId="AD" clId="Web-{3260F9FA-8B79-8396-CFA7-2EE371F848B0}" dt="2025-10-31T10:50:49.265" v="12"/>
        <pc:sldMkLst>
          <pc:docMk/>
          <pc:sldMk cId="2865699330" sldId="263"/>
        </pc:sldMkLst>
        <pc:spChg chg="mod">
          <ac:chgData name="D24126339 Huda Ibrahim" userId="S::d24126339@mytudublin.ie::fc222b0b-2b1d-4758-af7b-2764fb150432" providerId="AD" clId="Web-{3260F9FA-8B79-8396-CFA7-2EE371F848B0}" dt="2025-10-31T10:50:49.265" v="12"/>
          <ac:spMkLst>
            <pc:docMk/>
            <pc:sldMk cId="2865699330" sldId="263"/>
            <ac:spMk id="2" creationId="{62549DFB-985E-EF71-2A6B-CD548FC8530D}"/>
          </ac:spMkLst>
        </pc:spChg>
        <pc:spChg chg="del">
          <ac:chgData name="D24126339 Huda Ibrahim" userId="S::d24126339@mytudublin.ie::fc222b0b-2b1d-4758-af7b-2764fb150432" providerId="AD" clId="Web-{3260F9FA-8B79-8396-CFA7-2EE371F848B0}" dt="2025-10-31T10:50:49.265" v="12"/>
          <ac:spMkLst>
            <pc:docMk/>
            <pc:sldMk cId="2865699330" sldId="263"/>
            <ac:spMk id="3" creationId="{91A2DFC3-1970-649C-E371-D6C01A648795}"/>
          </ac:spMkLst>
        </pc:spChg>
        <pc:spChg chg="add">
          <ac:chgData name="D24126339 Huda Ibrahim" userId="S::d24126339@mytudublin.ie::fc222b0b-2b1d-4758-af7b-2764fb150432" providerId="AD" clId="Web-{3260F9FA-8B79-8396-CFA7-2EE371F848B0}" dt="2025-10-31T10:50:49.265" v="12"/>
          <ac:spMkLst>
            <pc:docMk/>
            <pc:sldMk cId="2865699330" sldId="263"/>
            <ac:spMk id="22" creationId="{DC99427B-A97E-40A3-B1FD-4557346C6A91}"/>
          </ac:spMkLst>
        </pc:spChg>
        <pc:grpChg chg="add">
          <ac:chgData name="D24126339 Huda Ibrahim" userId="S::d24126339@mytudublin.ie::fc222b0b-2b1d-4758-af7b-2764fb150432" providerId="AD" clId="Web-{3260F9FA-8B79-8396-CFA7-2EE371F848B0}" dt="2025-10-31T10:50:49.265" v="12"/>
          <ac:grpSpMkLst>
            <pc:docMk/>
            <pc:sldMk cId="2865699330" sldId="263"/>
            <ac:grpSpMk id="10" creationId="{4815A7B4-532E-48C9-AC24-D78ACF3339DB}"/>
          </ac:grpSpMkLst>
        </pc:grpChg>
        <pc:picChg chg="add">
          <ac:chgData name="D24126339 Huda Ibrahim" userId="S::d24126339@mytudublin.ie::fc222b0b-2b1d-4758-af7b-2764fb150432" providerId="AD" clId="Web-{3260F9FA-8B79-8396-CFA7-2EE371F848B0}" dt="2025-10-31T10:50:49.265" v="12"/>
          <ac:picMkLst>
            <pc:docMk/>
            <pc:sldMk cId="2865699330" sldId="263"/>
            <ac:picMk id="7" creationId="{753C2381-978E-A7A5-13C7-5CC3DEF2D063}"/>
          </ac:picMkLst>
        </pc:picChg>
      </pc:sldChg>
      <pc:sldChg chg="new del">
        <pc:chgData name="D24126339 Huda Ibrahim" userId="S::d24126339@mytudublin.ie::fc222b0b-2b1d-4758-af7b-2764fb150432" providerId="AD" clId="Web-{3260F9FA-8B79-8396-CFA7-2EE371F848B0}" dt="2025-10-31T10:50:26.999" v="3"/>
        <pc:sldMkLst>
          <pc:docMk/>
          <pc:sldMk cId="4178871635" sldId="263"/>
        </pc:sldMkLst>
      </pc:sldChg>
      <pc:sldChg chg="del">
        <pc:chgData name="D24126339 Huda Ibrahim" userId="S::d24126339@mytudublin.ie::fc222b0b-2b1d-4758-af7b-2764fb150432" providerId="AD" clId="Web-{3260F9FA-8B79-8396-CFA7-2EE371F848B0}" dt="2025-10-31T10:50:14.171" v="1"/>
        <pc:sldMkLst>
          <pc:docMk/>
          <pc:sldMk cId="918221394" sldId="265"/>
        </pc:sldMkLst>
      </pc:sldChg>
    </pc:docChg>
  </pc:docChgLst>
  <pc:docChgLst>
    <pc:chgData name="D24125555 Karan Joseph" userId="S::d24125555@mytudublin.ie::ca8bd3e6-78f4-465b-ae71-e98efff02122" providerId="AD" clId="Web-{6EA963C0-0858-7CDF-6FEF-2EFBABB1BE34}"/>
    <pc:docChg chg="modSld">
      <pc:chgData name="D24125555 Karan Joseph" userId="S::d24125555@mytudublin.ie::ca8bd3e6-78f4-465b-ae71-e98efff02122" providerId="AD" clId="Web-{6EA963C0-0858-7CDF-6FEF-2EFBABB1BE34}" dt="2025-10-31T10:12:44.051" v="4" actId="1076"/>
      <pc:docMkLst>
        <pc:docMk/>
      </pc:docMkLst>
      <pc:sldChg chg="addSp delSp modSp mod setBg">
        <pc:chgData name="D24125555 Karan Joseph" userId="S::d24125555@mytudublin.ie::ca8bd3e6-78f4-465b-ae71-e98efff02122" providerId="AD" clId="Web-{6EA963C0-0858-7CDF-6FEF-2EFBABB1BE34}" dt="2025-10-31T10:12:44.051" v="4" actId="1076"/>
        <pc:sldMkLst>
          <pc:docMk/>
          <pc:sldMk cId="2014257068" sldId="260"/>
        </pc:sldMkLst>
        <pc:spChg chg="mod">
          <ac:chgData name="D24125555 Karan Joseph" userId="S::d24125555@mytudublin.ie::ca8bd3e6-78f4-465b-ae71-e98efff02122" providerId="AD" clId="Web-{6EA963C0-0858-7CDF-6FEF-2EFBABB1BE34}" dt="2025-10-31T10:12:32.973" v="3" actId="1076"/>
          <ac:spMkLst>
            <pc:docMk/>
            <pc:sldMk cId="2014257068" sldId="260"/>
            <ac:spMk id="2" creationId="{00000000-0000-0000-0000-000000000000}"/>
          </ac:spMkLst>
        </pc:spChg>
        <pc:spChg chg="del">
          <ac:chgData name="D24125555 Karan Joseph" userId="S::d24125555@mytudublin.ie::ca8bd3e6-78f4-465b-ae71-e98efff02122" providerId="AD" clId="Web-{6EA963C0-0858-7CDF-6FEF-2EFBABB1BE34}" dt="2025-10-31T10:12:07.706" v="0"/>
          <ac:spMkLst>
            <pc:docMk/>
            <pc:sldMk cId="2014257068" sldId="260"/>
            <ac:spMk id="3" creationId="{00000000-0000-0000-0000-000000000000}"/>
          </ac:spMkLst>
        </pc:spChg>
        <pc:grpChg chg="add">
          <ac:chgData name="D24125555 Karan Joseph" userId="S::d24125555@mytudublin.ie::ca8bd3e6-78f4-465b-ae71-e98efff02122" providerId="AD" clId="Web-{6EA963C0-0858-7CDF-6FEF-2EFBABB1BE34}" dt="2025-10-31T10:12:19.426" v="1"/>
          <ac:grpSpMkLst>
            <pc:docMk/>
            <pc:sldMk cId="2014257068" sldId="260"/>
            <ac:grpSpMk id="9" creationId="{A5AFB369-4673-4727-A7CD-D86AFE0AE069}"/>
          </ac:grpSpMkLst>
        </pc:grpChg>
        <pc:picChg chg="add mod ord">
          <ac:chgData name="D24125555 Karan Joseph" userId="S::d24125555@mytudublin.ie::ca8bd3e6-78f4-465b-ae71-e98efff02122" providerId="AD" clId="Web-{6EA963C0-0858-7CDF-6FEF-2EFBABB1BE34}" dt="2025-10-31T10:12:44.051" v="4" actId="1076"/>
          <ac:picMkLst>
            <pc:docMk/>
            <pc:sldMk cId="2014257068" sldId="260"/>
            <ac:picMk id="4" creationId="{15B99A50-17D8-ABCB-CFC9-FBB4F8110D44}"/>
          </ac:picMkLst>
        </pc:picChg>
      </pc:sldChg>
    </pc:docChg>
  </pc:docChgLst>
  <pc:docChgLst>
    <pc:chgData name="D24125575 Sai Priyanka Basa Shanker" userId="S::d24125575@mytudublin.ie::22f506d3-2e0e-4976-aa6f-56b1e56baffc" providerId="AD" clId="Web-{6CB99B8B-39B2-EBB5-EF66-D8247585C48C}"/>
    <pc:docChg chg="addSld delSld modSld sldOrd">
      <pc:chgData name="D24125575 Sai Priyanka Basa Shanker" userId="S::d24125575@mytudublin.ie::22f506d3-2e0e-4976-aa6f-56b1e56baffc" providerId="AD" clId="Web-{6CB99B8B-39B2-EBB5-EF66-D8247585C48C}" dt="2025-10-31T09:59:47.034" v="21"/>
      <pc:docMkLst>
        <pc:docMk/>
      </pc:docMkLst>
      <pc:sldChg chg="addSp modSp new ord">
        <pc:chgData name="D24125575 Sai Priyanka Basa Shanker" userId="S::d24125575@mytudublin.ie::22f506d3-2e0e-4976-aa6f-56b1e56baffc" providerId="AD" clId="Web-{6CB99B8B-39B2-EBB5-EF66-D8247585C48C}" dt="2025-10-31T09:59:47.034" v="21"/>
        <pc:sldMkLst>
          <pc:docMk/>
          <pc:sldMk cId="201319854" sldId="263"/>
        </pc:sldMkLst>
        <pc:picChg chg="add mod">
          <ac:chgData name="D24125575 Sai Priyanka Basa Shanker" userId="S::d24125575@mytudublin.ie::22f506d3-2e0e-4976-aa6f-56b1e56baffc" providerId="AD" clId="Web-{6CB99B8B-39B2-EBB5-EF66-D8247585C48C}" dt="2025-10-31T09:56:25.968" v="10"/>
          <ac:picMkLst>
            <pc:docMk/>
            <pc:sldMk cId="201319854" sldId="263"/>
            <ac:picMk id="2" creationId="{DBE0BEB4-63F5-8021-FBAB-4E1DB470BF15}"/>
          </ac:picMkLst>
        </pc:picChg>
      </pc:sldChg>
      <pc:sldChg chg="addSp delSp modSp new del">
        <pc:chgData name="D24125575 Sai Priyanka Basa Shanker" userId="S::d24125575@mytudublin.ie::22f506d3-2e0e-4976-aa6f-56b1e56baffc" providerId="AD" clId="Web-{6CB99B8B-39B2-EBB5-EF66-D8247585C48C}" dt="2025-10-31T09:56:13.374" v="8"/>
        <pc:sldMkLst>
          <pc:docMk/>
          <pc:sldMk cId="812760544" sldId="263"/>
        </pc:sldMkLst>
        <pc:spChg chg="del">
          <ac:chgData name="D24125575 Sai Priyanka Basa Shanker" userId="S::d24125575@mytudublin.ie::22f506d3-2e0e-4976-aa6f-56b1e56baffc" providerId="AD" clId="Web-{6CB99B8B-39B2-EBB5-EF66-D8247585C48C}" dt="2025-10-31T09:55:19.983" v="1"/>
          <ac:spMkLst>
            <pc:docMk/>
            <pc:sldMk cId="812760544" sldId="263"/>
            <ac:spMk id="3" creationId="{D5036A93-5C3C-D782-DAD0-FF6292FF7B2E}"/>
          </ac:spMkLst>
        </pc:spChg>
        <pc:spChg chg="add mod">
          <ac:chgData name="D24125575 Sai Priyanka Basa Shanker" userId="S::d24125575@mytudublin.ie::22f506d3-2e0e-4976-aa6f-56b1e56baffc" providerId="AD" clId="Web-{6CB99B8B-39B2-EBB5-EF66-D8247585C48C}" dt="2025-10-31T09:55:43.311" v="7"/>
          <ac:spMkLst>
            <pc:docMk/>
            <pc:sldMk cId="812760544" sldId="263"/>
            <ac:spMk id="6" creationId="{9E245862-7EE5-6EF5-4112-88C920878240}"/>
          </ac:spMkLst>
        </pc:spChg>
        <pc:picChg chg="add del mod ord">
          <ac:chgData name="D24125575 Sai Priyanka Basa Shanker" userId="S::d24125575@mytudublin.ie::22f506d3-2e0e-4976-aa6f-56b1e56baffc" providerId="AD" clId="Web-{6CB99B8B-39B2-EBB5-EF66-D8247585C48C}" dt="2025-10-31T09:55:43.311" v="7"/>
          <ac:picMkLst>
            <pc:docMk/>
            <pc:sldMk cId="812760544" sldId="263"/>
            <ac:picMk id="4" creationId="{BB3B2B3F-D9DD-2EC5-7238-1F8A92B8EE14}"/>
          </ac:picMkLst>
        </pc:picChg>
      </pc:sldChg>
      <pc:sldChg chg="addSp delSp modSp new mod setBg">
        <pc:chgData name="D24125575 Sai Priyanka Basa Shanker" userId="S::d24125575@mytudublin.ie::22f506d3-2e0e-4976-aa6f-56b1e56baffc" providerId="AD" clId="Web-{6CB99B8B-39B2-EBB5-EF66-D8247585C48C}" dt="2025-10-31T09:58:55.299" v="17"/>
        <pc:sldMkLst>
          <pc:docMk/>
          <pc:sldMk cId="3555187909" sldId="264"/>
        </pc:sldMkLst>
        <pc:spChg chg="add">
          <ac:chgData name="D24125575 Sai Priyanka Basa Shanker" userId="S::d24125575@mytudublin.ie::22f506d3-2e0e-4976-aa6f-56b1e56baffc" providerId="AD" clId="Web-{6CB99B8B-39B2-EBB5-EF66-D8247585C48C}" dt="2025-10-31T09:58:20.236" v="13"/>
          <ac:spMkLst>
            <pc:docMk/>
            <pc:sldMk cId="3555187909" sldId="264"/>
            <ac:spMk id="7" creationId="{03E8462A-FEBA-4848-81CC-3F8DA3E477BE}"/>
          </ac:spMkLst>
        </pc:spChg>
        <pc:spChg chg="add">
          <ac:chgData name="D24125575 Sai Priyanka Basa Shanker" userId="S::d24125575@mytudublin.ie::22f506d3-2e0e-4976-aa6f-56b1e56baffc" providerId="AD" clId="Web-{6CB99B8B-39B2-EBB5-EF66-D8247585C48C}" dt="2025-10-31T09:58:20.236" v="13"/>
          <ac:spMkLst>
            <pc:docMk/>
            <pc:sldMk cId="3555187909" sldId="264"/>
            <ac:spMk id="20" creationId="{7941F9B1-B01B-4A84-89D9-B169AEB4E456}"/>
          </ac:spMkLst>
        </pc:spChg>
        <pc:grpChg chg="add">
          <ac:chgData name="D24125575 Sai Priyanka Basa Shanker" userId="S::d24125575@mytudublin.ie::22f506d3-2e0e-4976-aa6f-56b1e56baffc" providerId="AD" clId="Web-{6CB99B8B-39B2-EBB5-EF66-D8247585C48C}" dt="2025-10-31T09:58:20.236" v="13"/>
          <ac:grpSpMkLst>
            <pc:docMk/>
            <pc:sldMk cId="3555187909" sldId="264"/>
            <ac:grpSpMk id="9" creationId="{2109F83F-40FE-4DB3-84CC-09FB3340D06D}"/>
          </ac:grpSpMkLst>
        </pc:grpChg>
        <pc:picChg chg="add del mod">
          <ac:chgData name="D24125575 Sai Priyanka Basa Shanker" userId="S::d24125575@mytudublin.ie::22f506d3-2e0e-4976-aa6f-56b1e56baffc" providerId="AD" clId="Web-{6CB99B8B-39B2-EBB5-EF66-D8247585C48C}" dt="2025-10-31T09:58:55.299" v="17"/>
          <ac:picMkLst>
            <pc:docMk/>
            <pc:sldMk cId="3555187909" sldId="264"/>
            <ac:picMk id="2" creationId="{CD442F1D-BC0D-5CF7-C35A-F40E3792828B}"/>
          </ac:picMkLst>
        </pc:picChg>
      </pc:sldChg>
      <pc:sldChg chg="addSp modSp new">
        <pc:chgData name="D24125575 Sai Priyanka Basa Shanker" userId="S::d24125575@mytudublin.ie::22f506d3-2e0e-4976-aa6f-56b1e56baffc" providerId="AD" clId="Web-{6CB99B8B-39B2-EBB5-EF66-D8247585C48C}" dt="2025-10-31T09:59:17.721" v="20" actId="14100"/>
        <pc:sldMkLst>
          <pc:docMk/>
          <pc:sldMk cId="918221394" sldId="265"/>
        </pc:sldMkLst>
        <pc:picChg chg="add mod">
          <ac:chgData name="D24125575 Sai Priyanka Basa Shanker" userId="S::d24125575@mytudublin.ie::22f506d3-2e0e-4976-aa6f-56b1e56baffc" providerId="AD" clId="Web-{6CB99B8B-39B2-EBB5-EF66-D8247585C48C}" dt="2025-10-31T09:59:17.721" v="20" actId="14100"/>
          <ac:picMkLst>
            <pc:docMk/>
            <pc:sldMk cId="918221394" sldId="265"/>
            <ac:picMk id="2" creationId="{DC9D710A-55DD-4E83-6C43-D8A7256A9CC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4FDF1C-2E32-414A-86D9-D66A3F757D4C}" type="datetimeFigureOut"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7953E-D49D-4E39-8CCA-CA16F93C3C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2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2894175_Spatiotemporal_accuracy_in_mobile_phone_location_assessing_the_new_cellular_geography?utm_source=chatgpt.com" TargetMode="External"/><Relationship Id="rId3" Type="http://schemas.openxmlformats.org/officeDocument/2006/relationships/hyperlink" Target="https://www.sciencedirect.com/science/article/pii/S2352340924008175?utm_source=chatgpt.com" TargetMode="External"/><Relationship Id="rId7" Type="http://schemas.openxmlformats.org/officeDocument/2006/relationships/hyperlink" Target="https://www.researchgate.net/publication/259190145_On_the_In-Accuracy_of_GPS_Measures_of_Smartphones_A_Study_of_Running_Tracking_Applications?utm_source=chatgpt.com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sciencedirect.com/science/article/pii/S2405844023099632?utm_source=chatgpt.com" TargetMode="External"/><Relationship Id="rId5" Type="http://schemas.openxmlformats.org/officeDocument/2006/relationships/hyperlink" Target="https://www.irjmets.com/uploadedfiles/paper/issue_1_january_2025/66092/final/fin_irjmets1736666365.pdf?utm_source=chatgpt.com" TargetMode="External"/><Relationship Id="rId4" Type="http://schemas.openxmlformats.org/officeDocument/2006/relationships/hyperlink" Target="https://arxiv.org/abs/1812.04197?utm_source=chatgpt.com" TargetMode="External"/><Relationship Id="rId9" Type="http://schemas.openxmlformats.org/officeDocument/2006/relationships/hyperlink" Target="https://api.safepath.app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1- </a:t>
            </a:r>
            <a:r>
              <a:rPr lang="en-US">
                <a:solidFill>
                  <a:srgbClr val="404040"/>
                </a:solidFill>
              </a:rPr>
              <a:t>Live Data Integration Issues</a:t>
            </a:r>
            <a:br>
              <a:rPr lang="en-US">
                <a:ea typeface="Calibri"/>
                <a:cs typeface="+mn-lt"/>
              </a:rPr>
            </a:br>
            <a:r>
              <a:rPr lang="en-US" b="1"/>
              <a:t>Challenge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Difficulty fetching and updating real-time data (e.g., live crime/hazard reports) leads to delays, inconsistencies, and data quality issues.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Integrating data from heterogeneous sources (with different formats, schemas, and inconsistent timestamping) makes merging and processing difficult. </a:t>
            </a:r>
            <a:r>
              <a:rPr lang="en-US">
                <a:hlinkClick r:id="rId3"/>
              </a:rPr>
              <a:t>ScienceDirect+2PMC+2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Streaming or real-time ingestion systems may face latency, scalability bottlenecks, and issues related to fault tolerance. </a:t>
            </a:r>
            <a:r>
              <a:rPr lang="en-US">
                <a:hlinkClick r:id="rId4"/>
              </a:rPr>
              <a:t>arXiv+1</a:t>
            </a:r>
            <a:endParaRPr lang="en-US"/>
          </a:p>
          <a:p>
            <a:r>
              <a:rPr lang="en-US" b="1"/>
              <a:t>Suggested Solution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/>
              <a:t>Adopt a streaming ingestion architecture (e.g., Kafka/Streams, AWS Kinesis) to handle continuous data flows rather than batch-only ETL.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Use a schema registry or metadata layer to align disparate source schemas; perform transformation/</a:t>
            </a:r>
            <a:r>
              <a:rPr lang="en-US" err="1"/>
              <a:t>normalisation</a:t>
            </a:r>
            <a:r>
              <a:rPr lang="en-US"/>
              <a:t> early in pipeline.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Implement change-data-capture (CDC) or incremental update mechanisms so only changed records get processed. </a:t>
            </a:r>
            <a:r>
              <a:rPr lang="en-US">
                <a:hlinkClick r:id="rId5"/>
              </a:rPr>
              <a:t>irjmets.com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Build robust data validation &amp; cleansing steps: check for missing or out-of-range values, timestamp drift, duplicate records.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Use micro-services or serverless functions to decouple ingestion, transformation, storage. Use time-series database (e.g., </a:t>
            </a:r>
            <a:r>
              <a:rPr lang="en-US" err="1"/>
              <a:t>InfluxDB</a:t>
            </a:r>
            <a:r>
              <a:rPr lang="en-US"/>
              <a:t>) or event-store for real-time updates.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Monitor latency, queue-backlog, error rates; build alerts for when data freshness exceeds threshold (e.g., &gt;30s).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>
                <a:ea typeface="Calibri"/>
                <a:cs typeface="Calibri"/>
              </a:rPr>
              <a:t>2- </a:t>
            </a:r>
            <a:r>
              <a:rPr lang="en-US">
                <a:solidFill>
                  <a:srgbClr val="404040"/>
                </a:solidFill>
              </a:rPr>
              <a:t>Route Suggestion Page</a:t>
            </a:r>
            <a:endParaRPr lang="en-US">
              <a:solidFill>
                <a:srgbClr val="404040"/>
              </a:solidFill>
              <a:ea typeface="Calibri"/>
              <a:cs typeface="Calibri"/>
            </a:endParaRPr>
          </a:p>
          <a:p>
            <a:r>
              <a:rPr lang="en-US" b="1">
                <a:solidFill>
                  <a:srgbClr val="404040"/>
                </a:solidFill>
              </a:rPr>
              <a:t>Challenge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Generating safe, optimized routes dynamically (with safety as priority) is complex: you must consider multiple risk factors (crime data, hazard reports, lighting, traffic) and compute cost metrics accordingly. </a:t>
            </a:r>
            <a:r>
              <a:rPr lang="en-US">
                <a:solidFill>
                  <a:srgbClr val="404040"/>
                </a:solidFill>
                <a:hlinkClick r:id="rId6"/>
              </a:rPr>
              <a:t>ScienceDirect+1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Map rendering delays or incorrect path visualization: e.g., polylines not aligned to actual roads; UI freeze when route calculation takes long.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Dynamic traffic or hazard updates may invalidate a previously suggested route; rerouting needs to be fast.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Lack of up-to-date data or missing risk-weights leads to sub-optimal “safe” route suggestions.</a:t>
            </a:r>
            <a:endParaRPr lang="en-US"/>
          </a:p>
          <a:p>
            <a:r>
              <a:rPr lang="en-US" b="1">
                <a:solidFill>
                  <a:srgbClr val="404040"/>
                </a:solidFill>
              </a:rPr>
              <a:t>Suggested Solution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a graph-weighted routing engine (e.g., OpenStreetMap + </a:t>
            </a:r>
            <a:r>
              <a:rPr lang="en-US" err="1">
                <a:solidFill>
                  <a:srgbClr val="404040"/>
                </a:solidFill>
              </a:rPr>
              <a:t>GraphHopper</a:t>
            </a:r>
            <a:r>
              <a:rPr lang="en-US">
                <a:solidFill>
                  <a:srgbClr val="404040"/>
                </a:solidFill>
              </a:rPr>
              <a:t> or OSRM) and integrate risk weights (e.g., hazard count, crime rate) into edge weights.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Precompute a safety heatmap (grid or graph) that assigns risk values to segments; then routing engine queries this map.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asynchronous route computation with web-worker (for frontend) or background job (for backend) so UI remains responsive.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Cache frequently used origin/destination pairs; use incremental rerouting if hazards appear mid-journey.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map-tiling and vector-tile rendering to speed up display; on mobile, reduce polyline complexity for responsiveness.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Consider multi-objective optimization: minimize distance + exposure (risk) + time. Use heuristics if full optimum is too slow.</a:t>
            </a:r>
            <a:endParaRPr lang="en-US"/>
          </a:p>
          <a:p>
            <a:endParaRPr lang="en-US">
              <a:solidFill>
                <a:srgbClr val="404040"/>
              </a:solidFill>
              <a:ea typeface="Calibri"/>
              <a:cs typeface="Calibri"/>
            </a:endParaRPr>
          </a:p>
          <a:p>
            <a:r>
              <a:rPr lang="en-US"/>
              <a:t>3. Hazard Detection and Reporting Page</a:t>
            </a:r>
          </a:p>
          <a:p>
            <a:r>
              <a:rPr lang="en-US" b="1">
                <a:solidFill>
                  <a:srgbClr val="404040"/>
                </a:solidFill>
              </a:rPr>
              <a:t>Challenge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Real-time identification and display of nearby hazards is difficult because hazards may be </a:t>
            </a:r>
            <a:r>
              <a:rPr lang="en-US" b="1">
                <a:solidFill>
                  <a:srgbClr val="404040"/>
                </a:solidFill>
              </a:rPr>
              <a:t>crowd-submitted</a:t>
            </a:r>
            <a:r>
              <a:rPr lang="en-US">
                <a:solidFill>
                  <a:srgbClr val="404040"/>
                </a:solidFill>
              </a:rPr>
              <a:t>, so data freshness, validity, and location accuracy vary.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Some hazards may not be geolocated correctly (e.g., user enters approximate street name rather than GPS point).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There may be </a:t>
            </a:r>
            <a:r>
              <a:rPr lang="en-US" b="1">
                <a:solidFill>
                  <a:srgbClr val="404040"/>
                </a:solidFill>
              </a:rPr>
              <a:t>duplicate hazards</a:t>
            </a:r>
            <a:r>
              <a:rPr lang="en-US">
                <a:solidFill>
                  <a:srgbClr val="404040"/>
                </a:solidFill>
              </a:rPr>
              <a:t> or stale hazards (already resolved) cluttering the map.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UI performance: loading many hazard markers can slow down map rendering (especially mobile).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Need for trust/verification: user-reported hazards may be false/duplicate; need to de-duplicate or moderate.</a:t>
            </a:r>
            <a:endParaRPr lang="en-US"/>
          </a:p>
          <a:p>
            <a:r>
              <a:rPr lang="en-US" b="1">
                <a:solidFill>
                  <a:srgbClr val="404040"/>
                </a:solidFill>
              </a:rPr>
              <a:t>Suggested Solution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Implement a </a:t>
            </a:r>
            <a:r>
              <a:rPr lang="en-US" b="1">
                <a:solidFill>
                  <a:srgbClr val="404040"/>
                </a:solidFill>
              </a:rPr>
              <a:t>crowdsourcing workflow</a:t>
            </a:r>
            <a:r>
              <a:rPr lang="en-US">
                <a:solidFill>
                  <a:srgbClr val="404040"/>
                </a:solidFill>
              </a:rPr>
              <a:t>: user submits hazard → backend queues for light moderation or automatic checks (e.g., compare location/time with existing records).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</a:t>
            </a:r>
            <a:r>
              <a:rPr lang="en-US" b="1">
                <a:solidFill>
                  <a:srgbClr val="404040"/>
                </a:solidFill>
              </a:rPr>
              <a:t>spatial indexing</a:t>
            </a:r>
            <a:r>
              <a:rPr lang="en-US">
                <a:solidFill>
                  <a:srgbClr val="404040"/>
                </a:solidFill>
              </a:rPr>
              <a:t> (e.g., R-tree) for querying hazards within radius of user device quickly.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marker-clustering for dense hazard areas to maintain UI performance.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push updates or WebSockets to propagate new hazard reports to relevant user sessions in near-real-time.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For data validity: allow users to vote or confirm hazards are active (e.g., “still there” button). Use status lifecycle fields (active/resolved).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geolocation along with user-device sensor metadata (timestamp, device id) to check submission validity.</a:t>
            </a:r>
            <a:endParaRPr lang="en-US"/>
          </a:p>
          <a:p>
            <a:pPr>
              <a:buFont typeface="Arial"/>
            </a:pPr>
            <a:endParaRPr lang="en-US">
              <a:solidFill>
                <a:srgbClr val="404040"/>
              </a:solidFill>
              <a:ea typeface="Calibri"/>
              <a:cs typeface="Calibri"/>
            </a:endParaRPr>
          </a:p>
          <a:p>
            <a:r>
              <a:rPr lang="en-US"/>
              <a:t>4. Location Tracking Problems</a:t>
            </a:r>
          </a:p>
          <a:p>
            <a:r>
              <a:rPr lang="en-US" b="1">
                <a:solidFill>
                  <a:srgbClr val="404040"/>
                </a:solidFill>
              </a:rPr>
              <a:t>Challenge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Inaccurate GPS readings on smartphones lead to incorrect route calculations or misalignment of the user position on map. </a:t>
            </a:r>
            <a:r>
              <a:rPr lang="en-US">
                <a:solidFill>
                  <a:srgbClr val="404040"/>
                </a:solidFill>
                <a:hlinkClick r:id="rId7"/>
              </a:rPr>
              <a:t>ResearchGate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Slow location updates (e.g., polling too infrequently) cause lag in tracking, especially during navigation.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Indoor or urban canyon environments (tall buildings) complicate GPS reception; sensor drift occurs. </a:t>
            </a:r>
            <a:r>
              <a:rPr lang="en-US">
                <a:solidFill>
                  <a:srgbClr val="404040"/>
                </a:solidFill>
                <a:hlinkClick r:id="rId8"/>
              </a:rPr>
              <a:t>ResearchGate+1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Many devices differ in hardware sensitivity; results vary across devices. </a:t>
            </a:r>
            <a:r>
              <a:rPr lang="en-US">
                <a:solidFill>
                  <a:srgbClr val="404040"/>
                </a:solidFill>
                <a:hlinkClick r:id="rId7"/>
              </a:rPr>
              <a:t>ResearchGate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Privacy and permission issues: users may deny location permission or disable background tracking, which hampers the feature.</a:t>
            </a:r>
            <a:endParaRPr lang="en-US"/>
          </a:p>
          <a:p>
            <a:r>
              <a:rPr lang="en-US" b="1">
                <a:solidFill>
                  <a:srgbClr val="404040"/>
                </a:solidFill>
              </a:rPr>
              <a:t>Suggested Solution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</a:t>
            </a:r>
            <a:r>
              <a:rPr lang="en-US" b="1">
                <a:solidFill>
                  <a:srgbClr val="404040"/>
                </a:solidFill>
              </a:rPr>
              <a:t>fused location provider</a:t>
            </a:r>
            <a:r>
              <a:rPr lang="en-US">
                <a:solidFill>
                  <a:srgbClr val="404040"/>
                </a:solidFill>
              </a:rPr>
              <a:t> (on Android/ iOS) combining GPS, </a:t>
            </a:r>
            <a:r>
              <a:rPr lang="en-US" err="1">
                <a:solidFill>
                  <a:srgbClr val="404040"/>
                </a:solidFill>
              </a:rPr>
              <a:t>WiFi</a:t>
            </a:r>
            <a:r>
              <a:rPr lang="en-US">
                <a:solidFill>
                  <a:srgbClr val="404040"/>
                </a:solidFill>
              </a:rPr>
              <a:t>, cell-tower, inertial sensors for better accuracy and smoothing.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Implement </a:t>
            </a:r>
            <a:r>
              <a:rPr lang="en-US" b="1">
                <a:solidFill>
                  <a:srgbClr val="404040"/>
                </a:solidFill>
              </a:rPr>
              <a:t>adaptive polling</a:t>
            </a:r>
            <a:r>
              <a:rPr lang="en-US">
                <a:solidFill>
                  <a:srgbClr val="404040"/>
                </a:solidFill>
              </a:rPr>
              <a:t>: increase update frequency when user is moving fast, reduce when stationary to save battery.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</a:t>
            </a:r>
            <a:r>
              <a:rPr lang="en-US" b="1">
                <a:solidFill>
                  <a:srgbClr val="404040"/>
                </a:solidFill>
              </a:rPr>
              <a:t>map matching</a:t>
            </a:r>
            <a:r>
              <a:rPr lang="en-US">
                <a:solidFill>
                  <a:srgbClr val="404040"/>
                </a:solidFill>
              </a:rPr>
              <a:t>: snap raw GPS points to nearest road segments to correct drift and align with route.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In indoor / poor-GPS scenarios: fallback to WiFi/Bluetooth localisation or ask user to manually confirm position.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Log and </a:t>
            </a:r>
            <a:r>
              <a:rPr lang="en-US" err="1">
                <a:solidFill>
                  <a:srgbClr val="404040"/>
                </a:solidFill>
              </a:rPr>
              <a:t>analyse</a:t>
            </a:r>
            <a:r>
              <a:rPr lang="en-US">
                <a:solidFill>
                  <a:srgbClr val="404040"/>
                </a:solidFill>
              </a:rPr>
              <a:t> device-specific accuracy to identify low-quality devices or outlier readings; show user a “poor signal” notification if accuracy &gt; X m.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Provide UI feedback: show estimated accuracy circle (e.g., “± 15 m”) so user knows position certainty.</a:t>
            </a:r>
            <a:endParaRPr lang="en-US"/>
          </a:p>
          <a:p>
            <a:pPr>
              <a:buFont typeface="Arial"/>
            </a:pPr>
            <a:endParaRPr lang="en-US">
              <a:solidFill>
                <a:srgbClr val="404040"/>
              </a:solidFill>
              <a:ea typeface="Calibri"/>
              <a:cs typeface="Calibri"/>
            </a:endParaRPr>
          </a:p>
          <a:p>
            <a:r>
              <a:rPr lang="en-US"/>
              <a:t>5. Hosting &amp; Deployment Issues</a:t>
            </a:r>
          </a:p>
          <a:p>
            <a:r>
              <a:rPr lang="en-US" b="1">
                <a:solidFill>
                  <a:srgbClr val="404040"/>
                </a:solidFill>
              </a:rPr>
              <a:t>Challenge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Front-end hosted (e.g., on Vercel) but backend not reachable from same domain → cross-domain CORS issues, wrong base URL, deployment mis-configuration.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Environment variables may not be correctly set for production (API URLs, auth keys).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If backend and frontend live on different domains/sub-domains, cookies/auth tokens may not be shared due to SameSite, secure flag, or CORS restrictions.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Deployment mismatch between environments (dev vs prod) causing endpoints to fail or resources to be unreachable.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Lack of continuous deployment / CI-CD process causes inconsistent versions and drift between environments.</a:t>
            </a:r>
            <a:endParaRPr lang="en-US"/>
          </a:p>
          <a:p>
            <a:r>
              <a:rPr lang="en-US" b="1">
                <a:solidFill>
                  <a:srgbClr val="404040"/>
                </a:solidFill>
              </a:rPr>
              <a:t>Suggested Solution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Ensure backend exposes a production-ready API endpoint, and frontend uses correct base URL (e.g., </a:t>
            </a:r>
            <a:r>
              <a:rPr lang="en-US">
                <a:solidFill>
                  <a:srgbClr val="404040"/>
                </a:solidFill>
                <a:hlinkClick r:id="rId9"/>
              </a:rPr>
              <a:t>https://api.safepath.app</a:t>
            </a:r>
            <a:r>
              <a:rPr lang="en-US">
                <a:solidFill>
                  <a:srgbClr val="404040"/>
                </a:solidFill>
              </a:rPr>
              <a:t>) rather than relative /</a:t>
            </a:r>
            <a:r>
              <a:rPr lang="en-US" err="1">
                <a:solidFill>
                  <a:srgbClr val="404040"/>
                </a:solidFill>
              </a:rPr>
              <a:t>api</a:t>
            </a:r>
            <a:r>
              <a:rPr lang="en-US">
                <a:solidFill>
                  <a:srgbClr val="404040"/>
                </a:solidFill>
              </a:rPr>
              <a:t>/... if domain differs.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Configure CORS properly on backend: allow frontend domain, set proper Access-Control-Allow-Origin, Allow-Credentials etc.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environment variables in both deployments: for frontend build (</a:t>
            </a:r>
            <a:r>
              <a:rPr lang="en-US" err="1">
                <a:solidFill>
                  <a:srgbClr val="404040"/>
                </a:solidFill>
              </a:rPr>
              <a:t>Vercel</a:t>
            </a:r>
            <a:r>
              <a:rPr lang="en-US">
                <a:solidFill>
                  <a:srgbClr val="404040"/>
                </a:solidFill>
              </a:rPr>
              <a:t>) set NEXT_PUBLIC_API_URL, for backend set NODE_ENV=production, CORS_ORIGIN=https://safepath.app.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Adopt CI/CD pipelines: every push to main branch triggers build &amp; deploy of frontend + backend; environment parity ensures consistent </a:t>
            </a:r>
            <a:r>
              <a:rPr lang="en-US" err="1">
                <a:solidFill>
                  <a:srgbClr val="404040"/>
                </a:solidFill>
              </a:rPr>
              <a:t>behaviour</a:t>
            </a:r>
            <a:r>
              <a:rPr lang="en-US">
                <a:solidFill>
                  <a:srgbClr val="404040"/>
                </a:solidFill>
              </a:rPr>
              <a:t>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monitoring/health-check endpoints on backend (/health) and tie them into uptime alerts.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Use versioning for APIs (e.g., /v1/routes, /v1/hazards) to avoid breaking changes between frontend/backend.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404040"/>
                </a:solidFill>
              </a:rPr>
              <a:t>Consider running backend server behind a reverse-proxy or API-gateway that can handle domain mapping, rate-limiting, and secured access.</a:t>
            </a:r>
            <a:endParaRPr lang="en-US"/>
          </a:p>
          <a:p>
            <a:pPr>
              <a:buFont typeface="Arial"/>
            </a:pPr>
            <a:endParaRPr lang="en-US">
              <a:solidFill>
                <a:srgbClr val="404040"/>
              </a:solidFill>
              <a:ea typeface="Calibri"/>
              <a:cs typeface="Calibri"/>
            </a:endParaRPr>
          </a:p>
          <a:p>
            <a:pPr>
              <a:buFont typeface="Arial"/>
            </a:pPr>
            <a:endParaRPr lang="en-US">
              <a:solidFill>
                <a:srgbClr val="404040"/>
              </a:solidFill>
              <a:ea typeface="Calibri"/>
              <a:cs typeface="Calibri"/>
            </a:endParaRPr>
          </a:p>
          <a:p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7953E-D49D-4E39-8CCA-CA16F93C3C54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65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/>
              <a:t>Utilize reliable, well-documented APIs</a:t>
            </a:r>
            <a:r>
              <a:rPr lang="en-US"/>
              <a:t> (e.g., OpenStreetMap, </a:t>
            </a:r>
            <a:r>
              <a:rPr lang="en-US" err="1"/>
              <a:t>GraphHopper</a:t>
            </a:r>
            <a:r>
              <a:rPr lang="en-US"/>
              <a:t>, or Google Maps) and implement </a:t>
            </a:r>
            <a:r>
              <a:rPr lang="en-US" b="1"/>
              <a:t>smart caching mechanisms</a:t>
            </a:r>
            <a:r>
              <a:rPr lang="en-US"/>
              <a:t> to maintain smooth, low-latency real-time data updates while reducing external API calls and server load.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Develop and optimize route-generation algorithms</a:t>
            </a:r>
            <a:r>
              <a:rPr lang="en-US"/>
              <a:t> using efficient graph-based approaches (e.g., Dijkstra, A*, or multi-criteria routing) and </a:t>
            </a:r>
            <a:r>
              <a:rPr lang="en-US" b="1"/>
              <a:t>validate performance with real GPS datasets</a:t>
            </a:r>
            <a:r>
              <a:rPr lang="en-US"/>
              <a:t> to ensure accuracy and responsiveness under real-world conditions.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Strengthen authentication and security</a:t>
            </a:r>
            <a:r>
              <a:rPr lang="en-US"/>
              <a:t> through standardized protocols such as </a:t>
            </a:r>
            <a:r>
              <a:rPr lang="en-US" b="1"/>
              <a:t>JWT (JSON Web Token)</a:t>
            </a:r>
            <a:r>
              <a:rPr lang="en-US"/>
              <a:t> or </a:t>
            </a:r>
            <a:r>
              <a:rPr lang="en-US" b="1"/>
              <a:t>OAuth 2.0</a:t>
            </a:r>
            <a:r>
              <a:rPr lang="en-US"/>
              <a:t>, combined with comprehensive </a:t>
            </a:r>
            <a:r>
              <a:rPr lang="en-US" b="1"/>
              <a:t>input validation, rate limiting, and encryption</a:t>
            </a:r>
            <a:r>
              <a:rPr lang="en-US"/>
              <a:t> to protect user data and prevent unauthorized access.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Optimize database performance</a:t>
            </a:r>
            <a:r>
              <a:rPr lang="en-US"/>
              <a:t> by applying </a:t>
            </a:r>
            <a:r>
              <a:rPr lang="en-US" b="1"/>
              <a:t>spatial indexing</a:t>
            </a:r>
            <a:r>
              <a:rPr lang="en-US"/>
              <a:t>, </a:t>
            </a:r>
            <a:r>
              <a:rPr lang="en-US" b="1"/>
              <a:t>connection pooling</a:t>
            </a:r>
            <a:r>
              <a:rPr lang="en-US"/>
              <a:t>, and </a:t>
            </a:r>
            <a:r>
              <a:rPr lang="en-US" b="1"/>
              <a:t>scheduled backups</a:t>
            </a:r>
            <a:r>
              <a:rPr lang="en-US"/>
              <a:t>, ensuring data integrity, fast queries (especially for hazard and route lookups), and reliable disaster recovery.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Automate hazard data collection and synchronization</a:t>
            </a:r>
            <a:r>
              <a:rPr lang="en-US"/>
              <a:t> with precise </a:t>
            </a:r>
            <a:r>
              <a:rPr lang="en-US" b="1"/>
              <a:t>timestamps, data versioning, and update rules</a:t>
            </a:r>
            <a:r>
              <a:rPr lang="en-US"/>
              <a:t> to ensure consistency between live reports, archived data, and user-generated submissions.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/>
              <a:t>Enhance geolocation precision</a:t>
            </a:r>
            <a:r>
              <a:rPr lang="en-US"/>
              <a:t> through </a:t>
            </a:r>
            <a:r>
              <a:rPr lang="en-US" b="1"/>
              <a:t>high-accuracy GPS configurations</a:t>
            </a:r>
            <a:r>
              <a:rPr lang="en-US"/>
              <a:t>, </a:t>
            </a:r>
            <a:r>
              <a:rPr lang="en-US" b="1"/>
              <a:t>continuous background tracking</a:t>
            </a:r>
            <a:r>
              <a:rPr lang="en-US"/>
              <a:t>, and </a:t>
            </a:r>
            <a:r>
              <a:rPr lang="en-US" b="1"/>
              <a:t>map-matching techniques</a:t>
            </a:r>
            <a:r>
              <a:rPr lang="en-US"/>
              <a:t> that align raw GPS coordinates to real road networks for more reliable navigation and safety alerts.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E7953E-D49D-4E39-8CCA-CA16F93C3C5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3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3987" y="609600"/>
            <a:ext cx="5476272" cy="2227730"/>
          </a:xfrm>
        </p:spPr>
        <p:txBody>
          <a:bodyPr anchor="ctr">
            <a:normAutofit/>
          </a:bodyPr>
          <a:lstStyle/>
          <a:p>
            <a:r>
              <a:rPr lang="en-IE" sz="3300">
                <a:solidFill>
                  <a:srgbClr val="FFFFFF"/>
                </a:solidFill>
              </a:rPr>
              <a:t>            </a:t>
            </a:r>
            <a:endParaRPr lang="en-IE" sz="2000" b="1">
              <a:solidFill>
                <a:srgbClr val="FFFFFF"/>
              </a:solidFill>
            </a:endParaRPr>
          </a:p>
        </p:txBody>
      </p:sp>
      <p:pic>
        <p:nvPicPr>
          <p:cNvPr id="7" name="Picture 6" descr="A blue shield with a road and a check mark&#10;&#10;AI-generated content may be incorrect.">
            <a:extLst>
              <a:ext uri="{FF2B5EF4-FFF2-40B4-BE49-F238E27FC236}">
                <a16:creationId xmlns:a16="http://schemas.microsoft.com/office/drawing/2014/main" id="{76D28407-17F3-5A81-348A-A68E5F96A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3782" y="2413197"/>
            <a:ext cx="5835704" cy="37420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1500" b="1">
              <a:solidFill>
                <a:srgbClr val="FFFFFF"/>
              </a:solidFill>
            </a:endParaRPr>
          </a:p>
          <a:p>
            <a:pPr marL="0" indent="0" algn="ctr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000" b="1">
                <a:solidFill>
                  <a:srgbClr val="FFFFFF"/>
                </a:solidFill>
              </a:rPr>
              <a:t>Group 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rgbClr val="FFFFFF"/>
                </a:solidFill>
              </a:rPr>
              <a:t>Sai Priyanka Basa Shanker-Team lead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rgbClr val="FFFFFF"/>
                </a:solidFill>
              </a:rPr>
              <a:t>Huda Ibrahim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rgbClr val="FFFFFF"/>
                </a:solidFill>
              </a:rPr>
              <a:t> Karan Joseph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rgbClr val="FFFFFF"/>
                </a:solidFill>
              </a:rPr>
              <a:t>Shalini </a:t>
            </a:r>
            <a:r>
              <a:rPr lang="en-US" sz="2400" err="1">
                <a:solidFill>
                  <a:srgbClr val="FFFFFF"/>
                </a:solidFill>
              </a:rPr>
              <a:t>Kuruguntla</a:t>
            </a:r>
            <a:endParaRPr lang="en-US" sz="24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>
                <a:solidFill>
                  <a:srgbClr val="FFFFFF"/>
                </a:solidFill>
              </a:rPr>
              <a:t>Hina Kausar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E94130-B999-F08F-2814-69644DC4F476}"/>
              </a:ext>
            </a:extLst>
          </p:cNvPr>
          <p:cNvSpPr txBox="1"/>
          <p:nvPr/>
        </p:nvSpPr>
        <p:spPr>
          <a:xfrm>
            <a:off x="5743755" y="697302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E" sz="3300" b="1" baseline="0">
                <a:solidFill>
                  <a:srgbClr val="FFFFFF"/>
                </a:solidFill>
                <a:latin typeface="Trebuchet MS"/>
              </a:rPr>
              <a:t>SafePath App</a:t>
            </a:r>
            <a:r>
              <a:rPr sz="3300">
                <a:latin typeface="Trebuchet MS"/>
                <a:ea typeface="Trebuchet MS"/>
                <a:cs typeface="Trebuchet MS"/>
              </a:rPr>
              <a:t>​</a:t>
            </a:r>
            <a:br>
              <a:rPr sz="3300">
                <a:latin typeface="Trebuchet MS"/>
                <a:ea typeface="Trebuchet MS"/>
                <a:cs typeface="Trebuchet MS"/>
              </a:rPr>
            </a:br>
            <a:r>
              <a:rPr sz="3300">
                <a:latin typeface="Trebuchet MS"/>
                <a:ea typeface="Trebuchet MS"/>
                <a:cs typeface="Trebuchet MS"/>
              </a:rPr>
              <a:t>​</a:t>
            </a:r>
            <a:br>
              <a:rPr sz="3300">
                <a:latin typeface="Trebuchet MS"/>
                <a:ea typeface="Trebuchet MS"/>
                <a:cs typeface="Trebuchet MS"/>
              </a:rPr>
            </a:br>
            <a:r>
              <a:rPr lang="en-IE" sz="2000" b="1" baseline="0">
                <a:solidFill>
                  <a:srgbClr val="FFFFFF"/>
                </a:solidFill>
                <a:latin typeface="Trebuchet MS"/>
              </a:rPr>
              <a:t>More than Navigation, Smarter, Safer Journeys</a:t>
            </a:r>
            <a:r>
              <a:rPr sz="2000">
                <a:latin typeface="Trebuchet MS"/>
                <a:ea typeface="Trebuchet MS"/>
                <a:cs typeface="Trebuchet MS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7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1" name="Isosceles Triangle 50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2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3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4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/>
              <a:t>Requirement Specification</a:t>
            </a:r>
          </a:p>
        </p:txBody>
      </p:sp>
      <p:pic>
        <p:nvPicPr>
          <p:cNvPr id="40" name="Content Placeholder 39" descr="A table with text on it&#10;&#10;AI-generated content may be incorrect.">
            <a:extLst>
              <a:ext uri="{FF2B5EF4-FFF2-40B4-BE49-F238E27FC236}">
                <a16:creationId xmlns:a16="http://schemas.microsoft.com/office/drawing/2014/main" id="{56215DC0-B227-551C-9A70-1655916CB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070" y="616722"/>
            <a:ext cx="9079606" cy="404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440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IE" b="1"/>
              <a:t>Challenges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816098" y="1682272"/>
            <a:ext cx="6282400" cy="3425082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endParaRPr lang="en-US"/>
          </a:p>
          <a:p>
            <a:pPr>
              <a:buNone/>
            </a:pPr>
            <a:r>
              <a:rPr lang="en-US" sz="3200">
                <a:ea typeface="+mn-lt"/>
                <a:cs typeface="+mn-lt"/>
              </a:rPr>
              <a:t>1. Live Data Integration Issues</a:t>
            </a:r>
            <a:endParaRPr lang="en-US" sz="3200"/>
          </a:p>
          <a:p>
            <a:pPr>
              <a:buNone/>
            </a:pPr>
            <a:r>
              <a:rPr lang="en-US" sz="3200">
                <a:ea typeface="+mn-lt"/>
                <a:cs typeface="+mn-lt"/>
              </a:rPr>
              <a:t>2. Route Suggestion</a:t>
            </a:r>
            <a:endParaRPr lang="en-US" sz="3200"/>
          </a:p>
          <a:p>
            <a:pPr>
              <a:buNone/>
            </a:pPr>
            <a:r>
              <a:rPr lang="en-US" sz="3200">
                <a:ea typeface="+mn-lt"/>
                <a:cs typeface="+mn-lt"/>
              </a:rPr>
              <a:t>3. Hazard Detection &amp; Reporting</a:t>
            </a:r>
            <a:endParaRPr lang="en-US" sz="3200"/>
          </a:p>
          <a:p>
            <a:pPr>
              <a:buNone/>
            </a:pPr>
            <a:r>
              <a:rPr lang="en-US" sz="3200">
                <a:ea typeface="+mn-lt"/>
                <a:cs typeface="+mn-lt"/>
              </a:rPr>
              <a:t>4. Location Tracking Problems</a:t>
            </a:r>
            <a:endParaRPr lang="en-US" sz="3200"/>
          </a:p>
          <a:p>
            <a:pPr>
              <a:buNone/>
            </a:pPr>
            <a:r>
              <a:rPr lang="en-US" sz="3200">
                <a:ea typeface="+mn-lt"/>
                <a:cs typeface="+mn-lt"/>
              </a:rPr>
              <a:t>5. Hosting &amp; Deployment Issues</a:t>
            </a:r>
            <a:endParaRPr lang="en-US" sz="3200"/>
          </a:p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15009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558" y="1095703"/>
            <a:ext cx="8872564" cy="814990"/>
          </a:xfrm>
        </p:spPr>
        <p:txBody>
          <a:bodyPr/>
          <a:lstStyle/>
          <a:p>
            <a:r>
              <a:rPr lang="en-US"/>
              <a:t>Ongoing Improvements and Best Practices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3022" y="1917538"/>
            <a:ext cx="9536031" cy="41238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b="1"/>
          </a:p>
          <a:p>
            <a:pPr>
              <a:lnSpc>
                <a:spcPct val="80000"/>
              </a:lnSpc>
            </a:pPr>
            <a:r>
              <a:rPr lang="en-US" sz="2400">
                <a:ea typeface="+mn-lt"/>
                <a:cs typeface="+mn-lt"/>
              </a:rPr>
              <a:t>Utilize reliable, well-documented APIs</a:t>
            </a:r>
            <a:r>
              <a:rPr lang="en-US" sz="2400"/>
              <a:t>.</a:t>
            </a:r>
          </a:p>
          <a:p>
            <a:pPr>
              <a:lnSpc>
                <a:spcPct val="80000"/>
              </a:lnSpc>
            </a:pPr>
            <a:r>
              <a:rPr lang="en-US" sz="2400"/>
              <a:t> </a:t>
            </a:r>
            <a:r>
              <a:rPr lang="en-US" sz="2400">
                <a:ea typeface="+mn-lt"/>
                <a:cs typeface="+mn-lt"/>
              </a:rPr>
              <a:t>Develop and optimize route-generation algorithms.</a:t>
            </a:r>
          </a:p>
          <a:p>
            <a:pPr>
              <a:lnSpc>
                <a:spcPct val="80000"/>
              </a:lnSpc>
            </a:pPr>
            <a:r>
              <a:rPr lang="en-US" sz="2400"/>
              <a:t>Use secure authentication (e.g., JWT/OAuth) and proper input validation.</a:t>
            </a:r>
          </a:p>
          <a:p>
            <a:pPr>
              <a:lnSpc>
                <a:spcPct val="80000"/>
              </a:lnSpc>
            </a:pPr>
            <a:r>
              <a:rPr lang="en-US" sz="2400"/>
              <a:t> Strengthen authentication and security.</a:t>
            </a:r>
          </a:p>
          <a:p>
            <a:pPr>
              <a:lnSpc>
                <a:spcPct val="80000"/>
              </a:lnSpc>
            </a:pPr>
            <a:r>
              <a:rPr lang="en-US" sz="2400"/>
              <a:t> Optimize database performance</a:t>
            </a:r>
          </a:p>
          <a:p>
            <a:pPr>
              <a:lnSpc>
                <a:spcPct val="80000"/>
              </a:lnSpc>
            </a:pPr>
            <a:r>
              <a:rPr lang="en-US" sz="2400"/>
              <a:t>Automate hazard data collection and synchronization.</a:t>
            </a:r>
          </a:p>
          <a:p>
            <a:pPr>
              <a:lnSpc>
                <a:spcPct val="80000"/>
              </a:lnSpc>
            </a:pPr>
            <a:r>
              <a:rPr lang="en-US" sz="2400"/>
              <a:t>Enhance geolocation precision through high-accuracy GPS configurations, continuous background tracking.</a:t>
            </a:r>
          </a:p>
          <a:p>
            <a:pPr>
              <a:lnSpc>
                <a:spcPct val="80000"/>
              </a:lnSpc>
            </a:pPr>
            <a:endParaRPr lang="en-IE" sz="2000"/>
          </a:p>
        </p:txBody>
      </p:sp>
    </p:spTree>
    <p:extLst>
      <p:ext uri="{BB962C8B-B14F-4D97-AF65-F5344CB8AC3E}">
        <p14:creationId xmlns:p14="http://schemas.microsoft.com/office/powerpoint/2010/main" val="121677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5AFB369-4673-4727-A7CD-D86AFE0AE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" name="Freeform 14">
              <a:extLst>
                <a:ext uri="{FF2B5EF4-FFF2-40B4-BE49-F238E27FC236}">
                  <a16:creationId xmlns:a16="http://schemas.microsoft.com/office/drawing/2014/main" id="{50709826-4D6B-4A97-8DB3-5DA166626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263F58-6EE6-45B3-9BF2-C0BD5D30A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197CE03-EB81-4718-BEA1-C2D488961E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A3451629-72D6-4E33-A99A-40FAF7445D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04F0FD4-BCD5-4435-A6B5-A2E69303B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DE110F09-1C81-4E73-B5E9-D857CD879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273A9C01-06BD-4E8E-8BBF-2E2A9ECF4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B206C9B2-27BE-4B6F-A4D0-485FBBEB5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2E7D673E-0C5C-4F2B-B46E-3E9286B9E8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0F78B34-9B26-4CA9-B8F0-B9638730F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7" y="5301488"/>
            <a:ext cx="8288032" cy="10966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Retrospective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B99A50-17D8-ABCB-CFC9-FBB4F8110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417" r="109" b="-2"/>
          <a:stretch>
            <a:fillRect/>
          </a:stretch>
        </p:blipFill>
        <p:spPr>
          <a:xfrm>
            <a:off x="212925" y="786296"/>
            <a:ext cx="10209598" cy="441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5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549DFB-985E-EF71-2A6B-CD548FC85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Demo Time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DC99427B-A97E-40A3-B1FD-4557346C6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Alarm Clock">
            <a:extLst>
              <a:ext uri="{FF2B5EF4-FFF2-40B4-BE49-F238E27FC236}">
                <a16:creationId xmlns:a16="http://schemas.microsoft.com/office/drawing/2014/main" id="{753C2381-978E-A7A5-13C7-5CC3DEF2D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993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Facet</vt:lpstr>
      <vt:lpstr>            </vt:lpstr>
      <vt:lpstr>Requirement Specification</vt:lpstr>
      <vt:lpstr>Challenges</vt:lpstr>
      <vt:lpstr>Ongoing Improvements and Best Practices</vt:lpstr>
      <vt:lpstr>Retrospective</vt:lpstr>
      <vt:lpstr>Demo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SafePath   </dc:title>
  <dc:creator>Hina Kausar</dc:creator>
  <cp:revision>1</cp:revision>
  <dcterms:created xsi:type="dcterms:W3CDTF">2025-10-29T22:33:57Z</dcterms:created>
  <dcterms:modified xsi:type="dcterms:W3CDTF">2025-10-31T10:50:59Z</dcterms:modified>
</cp:coreProperties>
</file>