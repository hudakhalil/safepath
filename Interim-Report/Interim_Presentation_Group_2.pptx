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4C68"/>
    <a:srgbClr val="29486D"/>
    <a:srgbClr val="1A2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721"/>
  </p:normalViewPr>
  <p:slideViewPr>
    <p:cSldViewPr snapToGrid="0">
      <p:cViewPr varScale="1">
        <p:scale>
          <a:sx n="105" d="100"/>
          <a:sy n="105" d="100"/>
        </p:scale>
        <p:origin x="184" y="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C47D1-BD58-44E7-9F84-C9EDD74E562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3230D1D-B6C4-44ED-B885-DA6B20C391EA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b="0" i="0" dirty="0"/>
            <a:t> </a:t>
          </a:r>
          <a:r>
            <a:rPr lang="en-IE" dirty="0"/>
            <a:t>Develop a navigation application that prioritizes safety for cyclists and pedestrians by routing them along paths with lower traffic, better lighting, or dedicated lanes, rather than just the fastest route</a:t>
          </a:r>
          <a:endParaRPr lang="en-US" dirty="0"/>
        </a:p>
      </dgm:t>
    </dgm:pt>
    <dgm:pt modelId="{096B6CB9-3E0C-4197-9B53-3FA267E6EE28}" type="parTrans" cxnId="{A6CD5366-526E-44D1-9459-F6B49289AF79}">
      <dgm:prSet/>
      <dgm:spPr/>
      <dgm:t>
        <a:bodyPr/>
        <a:lstStyle/>
        <a:p>
          <a:endParaRPr lang="en-US"/>
        </a:p>
      </dgm:t>
    </dgm:pt>
    <dgm:pt modelId="{5102A4F6-9471-450D-B55B-A2F0B1BEE3DC}" type="sibTrans" cxnId="{A6CD5366-526E-44D1-9459-F6B49289AF79}">
      <dgm:prSet/>
      <dgm:spPr/>
      <dgm:t>
        <a:bodyPr/>
        <a:lstStyle/>
        <a:p>
          <a:endParaRPr lang="en-US"/>
        </a:p>
      </dgm:t>
    </dgm:pt>
    <dgm:pt modelId="{86A77DEC-AE40-44E1-A0C9-CB09EBD9A66F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b="0" i="0" dirty="0"/>
            <a:t>Who are you doing this for?</a:t>
          </a:r>
          <a:endParaRPr lang="en-US" dirty="0"/>
        </a:p>
      </dgm:t>
    </dgm:pt>
    <dgm:pt modelId="{FEC0777A-4B06-49FC-8BFF-4F330F400CAE}" type="parTrans" cxnId="{BB72F61A-A501-43A3-93CD-0815F89AF98A}">
      <dgm:prSet/>
      <dgm:spPr/>
      <dgm:t>
        <a:bodyPr/>
        <a:lstStyle/>
        <a:p>
          <a:endParaRPr lang="en-US"/>
        </a:p>
      </dgm:t>
    </dgm:pt>
    <dgm:pt modelId="{762D3494-DCF9-460F-ABFA-E277D7AC4F0B}" type="sibTrans" cxnId="{BB72F61A-A501-43A3-93CD-0815F89AF98A}">
      <dgm:prSet/>
      <dgm:spPr/>
      <dgm:t>
        <a:bodyPr/>
        <a:lstStyle/>
        <a:p>
          <a:endParaRPr lang="en-US"/>
        </a:p>
      </dgm:t>
    </dgm:pt>
    <dgm:pt modelId="{79C9A72D-23BE-414B-99DF-0D181BAAD80C}">
      <dgm:prSet/>
      <dgm:spPr/>
      <dgm:t>
        <a:bodyPr/>
        <a:lstStyle/>
        <a:p>
          <a:pPr>
            <a:lnSpc>
              <a:spcPct val="100000"/>
            </a:lnSpc>
          </a:pPr>
          <a:r>
            <a:rPr lang="en-IE" b="0" i="0"/>
            <a:t>Why do they need it?</a:t>
          </a:r>
          <a:endParaRPr lang="en-US"/>
        </a:p>
      </dgm:t>
    </dgm:pt>
    <dgm:pt modelId="{393AFA03-F23E-4910-BD6E-BD417F81EB8C}" type="parTrans" cxnId="{E1B58F3B-E191-449C-925D-336874ED8727}">
      <dgm:prSet/>
      <dgm:spPr/>
      <dgm:t>
        <a:bodyPr/>
        <a:lstStyle/>
        <a:p>
          <a:endParaRPr lang="en-US"/>
        </a:p>
      </dgm:t>
    </dgm:pt>
    <dgm:pt modelId="{7210F5A9-A8F9-41F6-8B26-811A291FD770}" type="sibTrans" cxnId="{E1B58F3B-E191-449C-925D-336874ED8727}">
      <dgm:prSet/>
      <dgm:spPr/>
      <dgm:t>
        <a:bodyPr/>
        <a:lstStyle/>
        <a:p>
          <a:endParaRPr lang="en-US"/>
        </a:p>
      </dgm:t>
    </dgm:pt>
    <dgm:pt modelId="{8578CA69-E881-4FD3-815B-D40E5C569964}" type="pres">
      <dgm:prSet presAssocID="{0D9C47D1-BD58-44E7-9F84-C9EDD74E562F}" presName="root" presStyleCnt="0">
        <dgm:presLayoutVars>
          <dgm:dir/>
          <dgm:resizeHandles val="exact"/>
        </dgm:presLayoutVars>
      </dgm:prSet>
      <dgm:spPr/>
    </dgm:pt>
    <dgm:pt modelId="{24E78C7A-8C55-4740-A88B-1BBE59B3F265}" type="pres">
      <dgm:prSet presAssocID="{33230D1D-B6C4-44ED-B885-DA6B20C391EA}" presName="compNode" presStyleCnt="0"/>
      <dgm:spPr/>
    </dgm:pt>
    <dgm:pt modelId="{FB9CF453-7192-44FE-AF13-6D2CCAFE2B0F}" type="pres">
      <dgm:prSet presAssocID="{33230D1D-B6C4-44ED-B885-DA6B20C391E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127179B6-C507-44D6-AD56-9027A16C29C4}" type="pres">
      <dgm:prSet presAssocID="{33230D1D-B6C4-44ED-B885-DA6B20C391EA}" presName="spaceRect" presStyleCnt="0"/>
      <dgm:spPr/>
    </dgm:pt>
    <dgm:pt modelId="{54B6AEC6-0206-40E1-88D6-CFF56CB18CEE}" type="pres">
      <dgm:prSet presAssocID="{33230D1D-B6C4-44ED-B885-DA6B20C391EA}" presName="textRect" presStyleLbl="revTx" presStyleIdx="0" presStyleCnt="3">
        <dgm:presLayoutVars>
          <dgm:chMax val="1"/>
          <dgm:chPref val="1"/>
        </dgm:presLayoutVars>
      </dgm:prSet>
      <dgm:spPr/>
    </dgm:pt>
    <dgm:pt modelId="{1499C368-0EED-4685-B2DD-CA70610AED8C}" type="pres">
      <dgm:prSet presAssocID="{5102A4F6-9471-450D-B55B-A2F0B1BEE3DC}" presName="sibTrans" presStyleCnt="0"/>
      <dgm:spPr/>
    </dgm:pt>
    <dgm:pt modelId="{2CAB7141-8B06-4808-8A7A-4E6B87AF5741}" type="pres">
      <dgm:prSet presAssocID="{86A77DEC-AE40-44E1-A0C9-CB09EBD9A66F}" presName="compNode" presStyleCnt="0"/>
      <dgm:spPr/>
    </dgm:pt>
    <dgm:pt modelId="{330F31FA-1C7B-4C0A-ABF4-B67E6CC88A40}" type="pres">
      <dgm:prSet presAssocID="{86A77DEC-AE40-44E1-A0C9-CB09EBD9A6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A8B37E60-92A7-4229-9B80-91B4555ECF95}" type="pres">
      <dgm:prSet presAssocID="{86A77DEC-AE40-44E1-A0C9-CB09EBD9A66F}" presName="spaceRect" presStyleCnt="0"/>
      <dgm:spPr/>
    </dgm:pt>
    <dgm:pt modelId="{B33171A2-01B9-47C2-A490-3BDF7074FF7E}" type="pres">
      <dgm:prSet presAssocID="{86A77DEC-AE40-44E1-A0C9-CB09EBD9A66F}" presName="textRect" presStyleLbl="revTx" presStyleIdx="1" presStyleCnt="3">
        <dgm:presLayoutVars>
          <dgm:chMax val="1"/>
          <dgm:chPref val="1"/>
        </dgm:presLayoutVars>
      </dgm:prSet>
      <dgm:spPr/>
    </dgm:pt>
    <dgm:pt modelId="{6B3778E1-40ED-47B4-B519-A54D8DEC00B3}" type="pres">
      <dgm:prSet presAssocID="{762D3494-DCF9-460F-ABFA-E277D7AC4F0B}" presName="sibTrans" presStyleCnt="0"/>
      <dgm:spPr/>
    </dgm:pt>
    <dgm:pt modelId="{FE053F9C-5B80-4C00-811F-05D6AB12BFB9}" type="pres">
      <dgm:prSet presAssocID="{79C9A72D-23BE-414B-99DF-0D181BAAD80C}" presName="compNode" presStyleCnt="0"/>
      <dgm:spPr/>
    </dgm:pt>
    <dgm:pt modelId="{EB38804D-76F8-4E3D-9D6C-620CB7007B5D}" type="pres">
      <dgm:prSet presAssocID="{79C9A72D-23BE-414B-99DF-0D181BAAD80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A3F5F08-8293-462B-9E95-845BCDB1A4A1}" type="pres">
      <dgm:prSet presAssocID="{79C9A72D-23BE-414B-99DF-0D181BAAD80C}" presName="spaceRect" presStyleCnt="0"/>
      <dgm:spPr/>
    </dgm:pt>
    <dgm:pt modelId="{544AE1ED-6378-495F-B1E2-73FFA3C9DAE2}" type="pres">
      <dgm:prSet presAssocID="{79C9A72D-23BE-414B-99DF-0D181BAAD80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B72F61A-A501-43A3-93CD-0815F89AF98A}" srcId="{0D9C47D1-BD58-44E7-9F84-C9EDD74E562F}" destId="{86A77DEC-AE40-44E1-A0C9-CB09EBD9A66F}" srcOrd="1" destOrd="0" parTransId="{FEC0777A-4B06-49FC-8BFF-4F330F400CAE}" sibTransId="{762D3494-DCF9-460F-ABFA-E277D7AC4F0B}"/>
    <dgm:cxn modelId="{7A8F691B-F0B1-41C6-B1D4-337D89845192}" type="presOf" srcId="{79C9A72D-23BE-414B-99DF-0D181BAAD80C}" destId="{544AE1ED-6378-495F-B1E2-73FFA3C9DAE2}" srcOrd="0" destOrd="0" presId="urn:microsoft.com/office/officeart/2018/2/layout/IconLabelList"/>
    <dgm:cxn modelId="{E1B58F3B-E191-449C-925D-336874ED8727}" srcId="{0D9C47D1-BD58-44E7-9F84-C9EDD74E562F}" destId="{79C9A72D-23BE-414B-99DF-0D181BAAD80C}" srcOrd="2" destOrd="0" parTransId="{393AFA03-F23E-4910-BD6E-BD417F81EB8C}" sibTransId="{7210F5A9-A8F9-41F6-8B26-811A291FD770}"/>
    <dgm:cxn modelId="{A6CD5366-526E-44D1-9459-F6B49289AF79}" srcId="{0D9C47D1-BD58-44E7-9F84-C9EDD74E562F}" destId="{33230D1D-B6C4-44ED-B885-DA6B20C391EA}" srcOrd="0" destOrd="0" parTransId="{096B6CB9-3E0C-4197-9B53-3FA267E6EE28}" sibTransId="{5102A4F6-9471-450D-B55B-A2F0B1BEE3DC}"/>
    <dgm:cxn modelId="{C73549A2-DC5D-4AB3-AFF7-C7CA7AB1E4E6}" type="presOf" srcId="{33230D1D-B6C4-44ED-B885-DA6B20C391EA}" destId="{54B6AEC6-0206-40E1-88D6-CFF56CB18CEE}" srcOrd="0" destOrd="0" presId="urn:microsoft.com/office/officeart/2018/2/layout/IconLabelList"/>
    <dgm:cxn modelId="{6434B2B0-EBB4-42C1-90B8-849149B81273}" type="presOf" srcId="{0D9C47D1-BD58-44E7-9F84-C9EDD74E562F}" destId="{8578CA69-E881-4FD3-815B-D40E5C569964}" srcOrd="0" destOrd="0" presId="urn:microsoft.com/office/officeart/2018/2/layout/IconLabelList"/>
    <dgm:cxn modelId="{47B5D5EF-A6D6-47E5-A1EC-F9219DF0DD38}" type="presOf" srcId="{86A77DEC-AE40-44E1-A0C9-CB09EBD9A66F}" destId="{B33171A2-01B9-47C2-A490-3BDF7074FF7E}" srcOrd="0" destOrd="0" presId="urn:microsoft.com/office/officeart/2018/2/layout/IconLabelList"/>
    <dgm:cxn modelId="{56DE0098-8530-4359-889B-087F54DB902B}" type="presParOf" srcId="{8578CA69-E881-4FD3-815B-D40E5C569964}" destId="{24E78C7A-8C55-4740-A88B-1BBE59B3F265}" srcOrd="0" destOrd="0" presId="urn:microsoft.com/office/officeart/2018/2/layout/IconLabelList"/>
    <dgm:cxn modelId="{CB1169CE-33C3-4228-8277-23DA81463E47}" type="presParOf" srcId="{24E78C7A-8C55-4740-A88B-1BBE59B3F265}" destId="{FB9CF453-7192-44FE-AF13-6D2CCAFE2B0F}" srcOrd="0" destOrd="0" presId="urn:microsoft.com/office/officeart/2018/2/layout/IconLabelList"/>
    <dgm:cxn modelId="{1ABF6C5A-8361-45F5-A7F8-43AD8789ADBA}" type="presParOf" srcId="{24E78C7A-8C55-4740-A88B-1BBE59B3F265}" destId="{127179B6-C507-44D6-AD56-9027A16C29C4}" srcOrd="1" destOrd="0" presId="urn:microsoft.com/office/officeart/2018/2/layout/IconLabelList"/>
    <dgm:cxn modelId="{9443EB4C-4749-4085-819D-3DF3A95AE466}" type="presParOf" srcId="{24E78C7A-8C55-4740-A88B-1BBE59B3F265}" destId="{54B6AEC6-0206-40E1-88D6-CFF56CB18CEE}" srcOrd="2" destOrd="0" presId="urn:microsoft.com/office/officeart/2018/2/layout/IconLabelList"/>
    <dgm:cxn modelId="{7419C192-CEC6-420B-A20A-3A68D8ED211A}" type="presParOf" srcId="{8578CA69-E881-4FD3-815B-D40E5C569964}" destId="{1499C368-0EED-4685-B2DD-CA70610AED8C}" srcOrd="1" destOrd="0" presId="urn:microsoft.com/office/officeart/2018/2/layout/IconLabelList"/>
    <dgm:cxn modelId="{02951809-3B1B-4B66-8720-A597259FB4E8}" type="presParOf" srcId="{8578CA69-E881-4FD3-815B-D40E5C569964}" destId="{2CAB7141-8B06-4808-8A7A-4E6B87AF5741}" srcOrd="2" destOrd="0" presId="urn:microsoft.com/office/officeart/2018/2/layout/IconLabelList"/>
    <dgm:cxn modelId="{52D596CC-EA2B-4934-93C4-7AF08D3D9F45}" type="presParOf" srcId="{2CAB7141-8B06-4808-8A7A-4E6B87AF5741}" destId="{330F31FA-1C7B-4C0A-ABF4-B67E6CC88A40}" srcOrd="0" destOrd="0" presId="urn:microsoft.com/office/officeart/2018/2/layout/IconLabelList"/>
    <dgm:cxn modelId="{2330C7EB-2FEC-447B-9B1C-9765C132E2EE}" type="presParOf" srcId="{2CAB7141-8B06-4808-8A7A-4E6B87AF5741}" destId="{A8B37E60-92A7-4229-9B80-91B4555ECF95}" srcOrd="1" destOrd="0" presId="urn:microsoft.com/office/officeart/2018/2/layout/IconLabelList"/>
    <dgm:cxn modelId="{546E2729-68DB-40EA-98F1-7C8774D1CD4B}" type="presParOf" srcId="{2CAB7141-8B06-4808-8A7A-4E6B87AF5741}" destId="{B33171A2-01B9-47C2-A490-3BDF7074FF7E}" srcOrd="2" destOrd="0" presId="urn:microsoft.com/office/officeart/2018/2/layout/IconLabelList"/>
    <dgm:cxn modelId="{383DDCF6-D9DF-4641-BB2E-FB8CB260DDC5}" type="presParOf" srcId="{8578CA69-E881-4FD3-815B-D40E5C569964}" destId="{6B3778E1-40ED-47B4-B519-A54D8DEC00B3}" srcOrd="3" destOrd="0" presId="urn:microsoft.com/office/officeart/2018/2/layout/IconLabelList"/>
    <dgm:cxn modelId="{105A0005-B993-43FB-BCCF-2FA9688515C5}" type="presParOf" srcId="{8578CA69-E881-4FD3-815B-D40E5C569964}" destId="{FE053F9C-5B80-4C00-811F-05D6AB12BFB9}" srcOrd="4" destOrd="0" presId="urn:microsoft.com/office/officeart/2018/2/layout/IconLabelList"/>
    <dgm:cxn modelId="{3D92AC15-9CB3-4888-90D5-331B34374344}" type="presParOf" srcId="{FE053F9C-5B80-4C00-811F-05D6AB12BFB9}" destId="{EB38804D-76F8-4E3D-9D6C-620CB7007B5D}" srcOrd="0" destOrd="0" presId="urn:microsoft.com/office/officeart/2018/2/layout/IconLabelList"/>
    <dgm:cxn modelId="{28C85071-F227-439E-BF76-392704A0EE56}" type="presParOf" srcId="{FE053F9C-5B80-4C00-811F-05D6AB12BFB9}" destId="{8A3F5F08-8293-462B-9E95-845BCDB1A4A1}" srcOrd="1" destOrd="0" presId="urn:microsoft.com/office/officeart/2018/2/layout/IconLabelList"/>
    <dgm:cxn modelId="{2F9B12C8-7903-4527-9DD1-72C5C8CBC9A6}" type="presParOf" srcId="{FE053F9C-5B80-4C00-811F-05D6AB12BFB9}" destId="{544AE1ED-6378-495F-B1E2-73FFA3C9DAE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CF453-7192-44FE-AF13-6D2CCAFE2B0F}">
      <dsp:nvSpPr>
        <dsp:cNvPr id="0" name=""/>
        <dsp:cNvSpPr/>
      </dsp:nvSpPr>
      <dsp:spPr>
        <a:xfrm>
          <a:off x="738477" y="892047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B6AEC6-0206-40E1-88D6-CFF56CB18CEE}">
      <dsp:nvSpPr>
        <dsp:cNvPr id="0" name=""/>
        <dsp:cNvSpPr/>
      </dsp:nvSpPr>
      <dsp:spPr>
        <a:xfrm>
          <a:off x="78583" y="2333257"/>
          <a:ext cx="2399612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100" b="0" i="0" kern="1200" dirty="0"/>
            <a:t> </a:t>
          </a:r>
          <a:r>
            <a:rPr lang="en-IE" sz="1100" kern="1200" dirty="0"/>
            <a:t>Develop a navigation application that prioritizes safety for cyclists and pedestrians by routing them along paths with lower traffic, better lighting, or dedicated lanes, rather than just the fastest route</a:t>
          </a:r>
          <a:endParaRPr lang="en-US" sz="1100" kern="1200" dirty="0"/>
        </a:p>
      </dsp:txBody>
      <dsp:txXfrm>
        <a:off x="78583" y="2333257"/>
        <a:ext cx="2399612" cy="967500"/>
      </dsp:txXfrm>
    </dsp:sp>
    <dsp:sp modelId="{330F31FA-1C7B-4C0A-ABF4-B67E6CC88A40}">
      <dsp:nvSpPr>
        <dsp:cNvPr id="0" name=""/>
        <dsp:cNvSpPr/>
      </dsp:nvSpPr>
      <dsp:spPr>
        <a:xfrm>
          <a:off x="3558022" y="892047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171A2-01B9-47C2-A490-3BDF7074FF7E}">
      <dsp:nvSpPr>
        <dsp:cNvPr id="0" name=""/>
        <dsp:cNvSpPr/>
      </dsp:nvSpPr>
      <dsp:spPr>
        <a:xfrm>
          <a:off x="2898129" y="2333257"/>
          <a:ext cx="2399612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100" b="0" i="0" kern="1200" dirty="0"/>
            <a:t>Who are you doing this for?</a:t>
          </a:r>
          <a:endParaRPr lang="en-US" sz="1100" kern="1200" dirty="0"/>
        </a:p>
      </dsp:txBody>
      <dsp:txXfrm>
        <a:off x="2898129" y="2333257"/>
        <a:ext cx="2399612" cy="967500"/>
      </dsp:txXfrm>
    </dsp:sp>
    <dsp:sp modelId="{EB38804D-76F8-4E3D-9D6C-620CB7007B5D}">
      <dsp:nvSpPr>
        <dsp:cNvPr id="0" name=""/>
        <dsp:cNvSpPr/>
      </dsp:nvSpPr>
      <dsp:spPr>
        <a:xfrm>
          <a:off x="6377567" y="892047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4AE1ED-6378-495F-B1E2-73FFA3C9DAE2}">
      <dsp:nvSpPr>
        <dsp:cNvPr id="0" name=""/>
        <dsp:cNvSpPr/>
      </dsp:nvSpPr>
      <dsp:spPr>
        <a:xfrm>
          <a:off x="5717674" y="2333257"/>
          <a:ext cx="2399612" cy="96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100" b="0" i="0" kern="1200"/>
            <a:t>Why do they need it?</a:t>
          </a:r>
          <a:endParaRPr lang="en-US" sz="1100" kern="1200"/>
        </a:p>
      </dsp:txBody>
      <dsp:txXfrm>
        <a:off x="5717674" y="2333257"/>
        <a:ext cx="2399612" cy="96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12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877184" y="1037719"/>
            <a:ext cx="4360680" cy="155687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buSzPts val="4400"/>
            </a:pPr>
            <a:r>
              <a:rPr lang="en-US" sz="3500" kern="1200" dirty="0">
                <a:solidFill>
                  <a:srgbClr val="194C68"/>
                </a:solidFill>
                <a:latin typeface="+mj-lt"/>
                <a:ea typeface="+mj-ea"/>
                <a:cs typeface="+mj-cs"/>
              </a:rPr>
              <a:t>Group 2 Team</a:t>
            </a:r>
            <a:br>
              <a:rPr lang="en-US" sz="3500" kern="1200" dirty="0">
                <a:solidFill>
                  <a:srgbClr val="194C68"/>
                </a:solidFill>
                <a:latin typeface="+mj-lt"/>
                <a:ea typeface="+mj-ea"/>
                <a:cs typeface="+mj-cs"/>
              </a:rPr>
            </a:br>
            <a:r>
              <a:rPr lang="en-US" sz="3500" kern="1200" dirty="0">
                <a:solidFill>
                  <a:srgbClr val="194C68"/>
                </a:solidFill>
              </a:rPr>
              <a:t>SafePath App</a:t>
            </a:r>
            <a:br>
              <a:rPr lang="en-US" sz="3500" kern="1200" dirty="0">
                <a:solidFill>
                  <a:srgbClr val="194C68"/>
                </a:solidFill>
                <a:latin typeface="+mj-lt"/>
                <a:ea typeface="+mj-ea"/>
                <a:cs typeface="+mj-cs"/>
              </a:rPr>
            </a:br>
            <a:r>
              <a:rPr lang="en-US" sz="3500" kern="1200" dirty="0">
                <a:solidFill>
                  <a:srgbClr val="194C68"/>
                </a:solidFill>
                <a:latin typeface="+mj-lt"/>
                <a:ea typeface="+mj-ea"/>
                <a:cs typeface="+mj-cs"/>
              </a:rPr>
              <a:t>Interim Presentation</a:t>
            </a:r>
            <a:br>
              <a:rPr lang="en-US" sz="3500" kern="1200" dirty="0">
                <a:solidFill>
                  <a:srgbClr val="194C68"/>
                </a:solidFill>
                <a:latin typeface="+mj-lt"/>
                <a:ea typeface="+mj-ea"/>
                <a:cs typeface="+mj-cs"/>
              </a:rPr>
            </a:br>
            <a:endParaRPr lang="en-US" sz="3500" kern="1200" dirty="0">
              <a:solidFill>
                <a:srgbClr val="194C68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8DB9E-8347-EC6B-0F2F-CB9BFAC9EFFA}"/>
              </a:ext>
            </a:extLst>
          </p:cNvPr>
          <p:cNvSpPr txBox="1"/>
          <p:nvPr/>
        </p:nvSpPr>
        <p:spPr>
          <a:xfrm>
            <a:off x="699573" y="3268823"/>
            <a:ext cx="4360679" cy="2392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 Members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D24126339 – Huda Ibrahim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D24127853 – Hina Kausar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D24126048 – Shalini </a:t>
            </a:r>
            <a:r>
              <a:rPr lang="en-US" sz="17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Kuruguntla</a:t>
            </a: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D24125575 – Sai Priyanka Basa Shanker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D24125555 – Karan Joseph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5" name="Google Shape;85;p13" descr="A close-up of a logo&#10;&#10;AI-generated content may be incorrect.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759824" y="1037719"/>
            <a:ext cx="2784652" cy="173344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 descr="A blue square with a blue background with a person on a bicycle and a road with icons&#10;&#10;AI-generated content may be incorrect.">
            <a:extLst>
              <a:ext uri="{FF2B5EF4-FFF2-40B4-BE49-F238E27FC236}">
                <a16:creationId xmlns:a16="http://schemas.microsoft.com/office/drawing/2014/main" id="{76D28407-17F3-5A81-348A-A68E5F96A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555" y="3034448"/>
            <a:ext cx="2503190" cy="25031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800"/>
            <a:ext cx="6115049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spcFirstLastPara="1" lIns="91425" tIns="45700" rIns="91425" bIns="4570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 sz="3500">
                <a:solidFill>
                  <a:srgbClr val="FFFFFF"/>
                </a:solidFill>
              </a:rPr>
              <a:t>Project Vision</a:t>
            </a:r>
          </a:p>
        </p:txBody>
      </p:sp>
      <p:graphicFrame>
        <p:nvGraphicFramePr>
          <p:cNvPr id="93" name="Google Shape;91;p14">
            <a:extLst>
              <a:ext uri="{FF2B5EF4-FFF2-40B4-BE49-F238E27FC236}">
                <a16:creationId xmlns:a16="http://schemas.microsoft.com/office/drawing/2014/main" id="{251BFE77-DF4D-CBDB-FE05-65E98EAD49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92694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Technology Stack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are the key technologies that you are using?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Data Stack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are the key data resources you are using and how are you accessing them?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Evaluation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How will you evaluate your system?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E"/>
              <a:t>Current Prototype Demo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Outline the progress you have made so far and demo your current prototype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IE" sz="3959"/>
              <a:t>Immediate Next Steps &amp; Project Roadmap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are the immediate next steps you are taking?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E"/>
              <a:t>Include reference to the biggest challenge currently facing the project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E"/>
              <a:t>What is the overall roadmap for the rest of the time available?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176</Words>
  <Application>Microsoft Macintosh PowerPoint</Application>
  <PresentationFormat>On-screen Show (4:3)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Group 2 Team SafePath App Interim Presentation </vt:lpstr>
      <vt:lpstr>Project Vision</vt:lpstr>
      <vt:lpstr>Technology Stack</vt:lpstr>
      <vt:lpstr>Data Stack</vt:lpstr>
      <vt:lpstr>Evaluation</vt:lpstr>
      <vt:lpstr>Current Prototype Demo</vt:lpstr>
      <vt:lpstr>Immediate Next Steps &amp; Project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D24126339 Huda Ibrahim</cp:lastModifiedBy>
  <cp:revision>5</cp:revision>
  <dcterms:modified xsi:type="dcterms:W3CDTF">2025-10-23T00:12:14Z</dcterms:modified>
</cp:coreProperties>
</file>