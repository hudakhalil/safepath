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1"/>
  </p:normalViewPr>
  <p:slideViewPr>
    <p:cSldViewPr snapToGrid="0">
      <p:cViewPr varScale="1">
        <p:scale>
          <a:sx n="112" d="100"/>
          <a:sy n="112" d="100"/>
        </p:scale>
        <p:origin x="119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XXXX Team</a:t>
            </a:r>
            <a:br>
              <a:rPr lang="en-IE"/>
            </a:br>
            <a:r>
              <a:rPr lang="en-IE"/>
              <a:t>Interim Presentation</a:t>
            </a:r>
            <a:endParaRPr/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00" y="818650"/>
            <a:ext cx="2108201" cy="13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Project Vision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What are you trying to do?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Who are you doing this for?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Why do they need it?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Technology Stack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What are the key technologies that you are using?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Data Stack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What are the key data resources you are using and how are you accessing them?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Evaluation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How will you evaluate your system?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Current Prototype Demo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Outline the progress you have made so far and demo your current prototype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IE" sz="3959"/>
              <a:t>Immediate Next Steps &amp; Project Roadmap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What are the immediate next steps you are taking?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E"/>
              <a:t>Include reference to the biggest challenge currently facing the project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What is the overall roadmap for the rest of the time available?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Macintosh PowerPoint</Application>
  <PresentationFormat>On-screen Show (4:3)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XXXX Team Interim Presentation</vt:lpstr>
      <vt:lpstr>Project Vision</vt:lpstr>
      <vt:lpstr>Technology Stack</vt:lpstr>
      <vt:lpstr>Data Stack</vt:lpstr>
      <vt:lpstr>Evaluation</vt:lpstr>
      <vt:lpstr>Current Prototype Demo</vt:lpstr>
      <vt:lpstr>Immediate Next Steps &amp; Project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D24126339 Huda Ibrahim</cp:lastModifiedBy>
  <cp:revision>1</cp:revision>
  <dcterms:modified xsi:type="dcterms:W3CDTF">2025-10-18T12:57:58Z</dcterms:modified>
</cp:coreProperties>
</file>