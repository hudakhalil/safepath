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2" r:id="rId3"/>
    <p:sldId id="277" r:id="rId4"/>
    <p:sldId id="271" r:id="rId5"/>
    <p:sldId id="272" r:id="rId6"/>
    <p:sldId id="267" r:id="rId7"/>
    <p:sldId id="268" r:id="rId8"/>
    <p:sldId id="269" r:id="rId9"/>
    <p:sldId id="270" r:id="rId10"/>
    <p:sldId id="278" r:id="rId11"/>
    <p:sldId id="279" r:id="rId12"/>
    <p:sldId id="281" r:id="rId13"/>
    <p:sldId id="280" r:id="rId14"/>
    <p:sldId id="275" r:id="rId15"/>
    <p:sldId id="274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4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51E8-ACFF-D470-D65F-A1B9EC42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958E4-803B-73A3-E613-402D1AEA1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2BDE8-4BA0-EADE-F6BA-212F0F330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C9F7-A0FF-685E-4579-66912A926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6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71B4-3BFC-4ABA-DE01-D539A123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589FB-D586-DA20-8879-2C6277291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8F02E-3A4A-F50B-E5BA-ABBD16AD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45313-39C5-60A5-F1E2-00252F5AA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79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1639-58FE-8E1A-4165-CCBBAD1D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0164E-C0A9-42EC-9FCF-4580C7E23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51A49-435A-5AB7-86F8-71641BF81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9A19F-6CE6-9C1E-F82C-565D4A627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52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093D-4DAB-6DD2-C6FA-AF9D9E0D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6CD00-A895-764D-AD9A-47F6766AE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4E746-5DE8-D84B-7960-E3F65CCB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9D56-5F67-8C74-61A9-4C6184088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4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9AF8-706D-E1A7-924D-0745A9E6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30C5A-0E53-53F8-CC4C-5F48C54E1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08214-0683-E489-1EB8-8B0153700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824F2-1297-B224-ED7A-4AA9A76A4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55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EE2C-EFF4-3B08-E367-5A1C200B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FCB15-1C0D-E57B-CB7A-E285013D4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7FDE0-9DA4-C728-41C6-B65FAE7B4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A355-24CF-F2F4-CDC7-C63EB965A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3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117D-93E7-4E5B-8766-DCE42F42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786B3-5F35-6D6B-4752-1D03244BD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FD733-F661-A0ED-D74A-BE00CA6A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23B6-4C17-7C07-9F1F-59092BB17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90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41D5F-A0A7-7FB5-34EC-0FEC4023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39C96-E1E5-6B87-0C3A-ACDD318BB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74A8F-B4D9-D7BA-B87B-D6F1EC098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EB93C-93F0-9628-9467-F65DBE9C0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26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A95C2-BC0E-7B35-506A-D9743359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482E2-174D-E4CD-160F-2E53B863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300A2-A226-F551-58AB-F4BA2533B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033C8-F46F-C1A3-5DC1-173F23128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69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7899-4C71-E736-87C3-CB177157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1A6B0-3A43-B3EA-1EB5-901722AE8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75888-D39F-45D4-4256-AAF3BBF06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5DFBA-286D-E2DB-F0FA-BF862308D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8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F4F7-98FF-D27B-8454-72162DFF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76C32-3E44-0820-08EE-9AADCEA95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34D9E-FA01-7E3C-9744-F98CD9F07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2E459-384E-2735-D903-4B49C8507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14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17A6-B97B-32EE-7C9F-E872A0D4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3C483-073B-65ED-55EE-E366EB5B2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FD72C-14A7-9FF8-707C-F1C44FD90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3C7F3-DE53-1E5C-3ED7-77B5ECB74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39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7B33-7760-7829-FBC9-C6100EDA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18F4E-105C-CEAA-729C-85B5FB184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E21F6-AA61-B1CF-1960-CF25A59DC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B28D2-9922-ECDE-AC39-2C7521815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3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29A6A-6EB7-1F63-9DF1-8E0F0454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ABA0E-C939-20E4-C4B0-F30FAE3E4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23100-9554-2A6E-6E1A-9DE994F84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EA260-A359-589E-2E78-E5A577990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676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1318-D5CB-AE29-3699-35B9DCB4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B629C-00FD-44F1-57A8-91FCFCD63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927FA-C8E0-F020-D71B-5BBA6496C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31E5B-6EDE-923B-B42C-F738ADDF5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71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226" y="954435"/>
            <a:ext cx="1829398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SafePath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331882" y="1647825"/>
            <a:ext cx="648008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Navigation, Smarter, Safer Journeys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99873" y="2779365"/>
            <a:ext cx="3344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Computer Science - Team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99873" y="3084165"/>
            <a:ext cx="3344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89543" y="3617565"/>
            <a:ext cx="41649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Huda Ibrahim • Hina Kausar • Shalini Kuruguntla</a:t>
            </a:r>
            <a:endParaRPr lang="en-US" sz="1500" dirty="0"/>
          </a:p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 Priyanka Basa Shanker • Karan Joseph</a:t>
            </a:r>
            <a:endParaRPr lang="en-US" sz="1500" dirty="0"/>
          </a:p>
        </p:txBody>
      </p:sp>
      <p:pic>
        <p:nvPicPr>
          <p:cNvPr id="7" name="Picture 6" descr="A blue shield with a road and a check mark&#10;&#10;AI-generated content may be incorrect.">
            <a:extLst>
              <a:ext uri="{FF2B5EF4-FFF2-40B4-BE49-F238E27FC236}">
                <a16:creationId xmlns:a16="http://schemas.microsoft.com/office/drawing/2014/main" id="{682FF479-3D11-3DF3-861E-6C3A861E1DB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1" t="5720" r="12140" b="8626"/>
          <a:stretch>
            <a:fillRect/>
          </a:stretch>
        </p:blipFill>
        <p:spPr bwMode="auto">
          <a:xfrm>
            <a:off x="370301" y="2404585"/>
            <a:ext cx="1982755" cy="22327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04A6-0C4E-966F-8087-F7CBE194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0D1DEFCE-B4F8-374E-0CA1-2C6B1D88B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3" name="Picture 2" descr="How to save routes on Google Maps - IONOS">
            <a:extLst>
              <a:ext uri="{FF2B5EF4-FFF2-40B4-BE49-F238E27FC236}">
                <a16:creationId xmlns:a16="http://schemas.microsoft.com/office/drawing/2014/main" id="{E345FBF5-F581-2047-7B1F-4F14522E40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48740" cy="393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Strava Example 2">
            <a:extLst>
              <a:ext uri="{FF2B5EF4-FFF2-40B4-BE49-F238E27FC236}">
                <a16:creationId xmlns:a16="http://schemas.microsoft.com/office/drawing/2014/main" id="{089BA670-1CFC-EB8F-E695-F95C93135F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809" y="243234"/>
            <a:ext cx="4336191" cy="23875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6" descr="A new mode of transport: Car Sharing - Citymapper">
            <a:extLst>
              <a:ext uri="{FF2B5EF4-FFF2-40B4-BE49-F238E27FC236}">
                <a16:creationId xmlns:a16="http://schemas.microsoft.com/office/drawing/2014/main" id="{44F5C412-2998-C3AA-35D6-064968D214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498" y="0"/>
            <a:ext cx="2061552" cy="38539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4DAC255B-1E5C-9F79-809B-876D2CFABE42}"/>
              </a:ext>
            </a:extLst>
          </p:cNvPr>
          <p:cNvSpPr/>
          <p:nvPr/>
        </p:nvSpPr>
        <p:spPr>
          <a:xfrm>
            <a:off x="4807809" y="3212847"/>
            <a:ext cx="3994656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of Existing Solutions</a:t>
            </a:r>
            <a:r>
              <a:rPr lang="en-US" sz="2500" b="1" dirty="0">
                <a:latin typeface="+mj-lt"/>
                <a:ea typeface="+mj-ea"/>
                <a:cs typeface="+mj-cs"/>
              </a:rPr>
              <a:t>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1. Google Maps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2. Strava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Citymapper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5819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55D5-2E68-2906-5CC3-0EC9DC9E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EE588E6-8A06-51EB-4B03-0D9FAF9C4217}"/>
              </a:ext>
            </a:extLst>
          </p:cNvPr>
          <p:cNvSpPr/>
          <p:nvPr/>
        </p:nvSpPr>
        <p:spPr>
          <a:xfrm>
            <a:off x="403646" y="3039656"/>
            <a:ext cx="833524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Integration Challenge Flowchart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FEBF8B06-75B0-9453-4899-55BF8F806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F41DDF-7BDB-CB88-E0CA-4021F53A7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9" y="1051178"/>
            <a:ext cx="9145470" cy="237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C7CB-4A7A-AB96-B3B1-EED5BCBB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45B0909-E8F8-A5EA-2019-47B1524F8077}"/>
              </a:ext>
            </a:extLst>
          </p:cNvPr>
          <p:cNvSpPr/>
          <p:nvPr/>
        </p:nvSpPr>
        <p:spPr>
          <a:xfrm>
            <a:off x="548640" y="1672232"/>
            <a:ext cx="4242816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 Diagram </a:t>
            </a: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1ABA14E8-376F-09CD-E236-527777F6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121C9FE7-6713-078C-21D6-744F689E6A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28" b="7925"/>
          <a:stretch>
            <a:fillRect/>
          </a:stretch>
        </p:blipFill>
        <p:spPr bwMode="auto">
          <a:xfrm>
            <a:off x="3922141" y="0"/>
            <a:ext cx="5284204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09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3877-DC61-F160-701C-742D01975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041B135-A685-6944-8879-DD7E3369E371}"/>
              </a:ext>
            </a:extLst>
          </p:cNvPr>
          <p:cNvSpPr/>
          <p:nvPr/>
        </p:nvSpPr>
        <p:spPr>
          <a:xfrm>
            <a:off x="628650" y="3344465"/>
            <a:ext cx="8186166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Safety Scoring Algorithm Flowchart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5AE7DA03-5F2A-BB5E-72D9-DBAF1D79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B77195-CA32-04D4-2C00-EEF0168CDE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6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7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F11F-4164-EA77-08C2-99F0CAAE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2FF4F94-F087-E748-4258-E6D0B41C05BA}"/>
              </a:ext>
            </a:extLst>
          </p:cNvPr>
          <p:cNvSpPr/>
          <p:nvPr/>
        </p:nvSpPr>
        <p:spPr>
          <a:xfrm>
            <a:off x="93917" y="1835142"/>
            <a:ext cx="3431921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Interface Mockup: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dirty="0"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Route Planning Screen</a:t>
            </a:r>
            <a:endParaRPr lang="en-US" sz="2500" b="1" dirty="0"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Interactive Map with Routes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4EAA5FEB-3004-8A30-5ECD-73376DE0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CB7EAD-2337-A700-9F1E-40D83051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990" y="0"/>
            <a:ext cx="2391314" cy="5143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A59DEA-EA9C-5FA1-7038-5E9C37667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043" y="-44103"/>
            <a:ext cx="2440748" cy="518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59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0A51-6160-A9BC-CB30-D599767F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C5D7D4D-9260-A718-0880-8B0E86BBA959}"/>
              </a:ext>
            </a:extLst>
          </p:cNvPr>
          <p:cNvSpPr/>
          <p:nvPr/>
        </p:nvSpPr>
        <p:spPr>
          <a:xfrm>
            <a:off x="217520" y="1835142"/>
            <a:ext cx="3250308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Interface Mockup: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Hazard Reporting Interface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4. </a:t>
            </a:r>
            <a:r>
              <a:rPr lang="en-US" sz="2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Emergency Alert Screen</a:t>
            </a: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F84C0C89-B539-2624-6A9E-BD95ECE48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DD87ED-EB5F-D842-6076-7AF020992C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161" y="1"/>
            <a:ext cx="240663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103562-DAA8-E4C2-B77E-FEBCE6FC1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512" y="1"/>
            <a:ext cx="2296544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2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CD68-196E-775C-B6AA-38882128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71F9BEB-0B5E-8B39-EC43-AD524947DDA4}"/>
              </a:ext>
            </a:extLst>
          </p:cNvPr>
          <p:cNvSpPr/>
          <p:nvPr/>
        </p:nvSpPr>
        <p:spPr>
          <a:xfrm>
            <a:off x="314324" y="3840972"/>
            <a:ext cx="851535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Entity-Relationship Diagram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F1CAB6FC-D3D5-AE49-A3CE-ADB8C6ECF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22D509-9FD7-4322-B61E-5BAD1F8480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37"/>
            <a:ext cx="9144000" cy="42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9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85A6-41EF-AB5C-3F8B-14E5A4A7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36AC7A3-08E8-0308-11D5-0C6CA394BF01}"/>
              </a:ext>
            </a:extLst>
          </p:cNvPr>
          <p:cNvSpPr/>
          <p:nvPr/>
        </p:nvSpPr>
        <p:spPr>
          <a:xfrm>
            <a:off x="509397" y="3840972"/>
            <a:ext cx="851535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Modified A* Algorithm Visualization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A5A0AD4B-22BC-65C6-DADE-A8F249D03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85E71-950E-95CF-79BB-DEE0A0C298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2" y="0"/>
            <a:ext cx="7517935" cy="431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4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E35C-579D-6A72-E8A9-AA2E6D75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33A0616-5118-21BC-08BD-CBA3CFC618DA}"/>
              </a:ext>
            </a:extLst>
          </p:cNvPr>
          <p:cNvSpPr/>
          <p:nvPr/>
        </p:nvSpPr>
        <p:spPr>
          <a:xfrm>
            <a:off x="1582293" y="3840972"/>
            <a:ext cx="851535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Pipeline Architecture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EDCFB973-D9BB-8ACE-53EA-AC929BA57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8" name="Picture 7" descr="A diagram of a process&#10;&#10;AI-generated content may be incorrect.">
            <a:extLst>
              <a:ext uri="{FF2B5EF4-FFF2-40B4-BE49-F238E27FC236}">
                <a16:creationId xmlns:a16="http://schemas.microsoft.com/office/drawing/2014/main" id="{891C6969-1D0C-5182-7694-B3624C43C7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25" b="16504"/>
          <a:stretch>
            <a:fillRect/>
          </a:stretch>
        </p:blipFill>
        <p:spPr bwMode="auto">
          <a:xfrm>
            <a:off x="623501" y="0"/>
            <a:ext cx="7896998" cy="4303776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792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69C1-F338-33AA-CBE4-7F9AB7FF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528CC1B-2D08-D550-57BA-BBB1F2660C65}"/>
              </a:ext>
            </a:extLst>
          </p:cNvPr>
          <p:cNvSpPr/>
          <p:nvPr/>
        </p:nvSpPr>
        <p:spPr>
          <a:xfrm>
            <a:off x="423588" y="1672232"/>
            <a:ext cx="4511041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Study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Protocol Flowchart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16C770BF-0F21-4D70-A3BE-7EEB650EF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7" name="Picture 6" descr="A diagram of a ranking&#10;&#10;AI-generated content may be incorrect.">
            <a:extLst>
              <a:ext uri="{FF2B5EF4-FFF2-40B4-BE49-F238E27FC236}">
                <a16:creationId xmlns:a16="http://schemas.microsoft.com/office/drawing/2014/main" id="{8746A01A-8749-A888-2990-23ECA0E22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50" y="0"/>
            <a:ext cx="2642398" cy="50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7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8442-53A7-2D6A-0F46-E939ADCC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E9A07260-EB29-49F2-1094-22C9F248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67B1400-C2F5-258A-1BCB-77F6DEF8AE04}"/>
              </a:ext>
            </a:extLst>
          </p:cNvPr>
          <p:cNvSpPr/>
          <p:nvPr/>
        </p:nvSpPr>
        <p:spPr>
          <a:xfrm>
            <a:off x="246507" y="3719052"/>
            <a:ext cx="914400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Evaluation Metrics Dashboard Mockup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shot of a report&#10;&#10;AI-generated content may be incorrect.">
            <a:extLst>
              <a:ext uri="{FF2B5EF4-FFF2-40B4-BE49-F238E27FC236}">
                <a16:creationId xmlns:a16="http://schemas.microsoft.com/office/drawing/2014/main" id="{0F84EA8F-09C7-8A05-C022-7A13821DCF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949" y="0"/>
            <a:ext cx="6074102" cy="430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3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1C17-0316-AE61-11B1-C3C882CD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9B0384A4-ECE7-7B4F-437B-877A28B7B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B875621-110A-DC24-380A-3B251E8C7B7E}"/>
              </a:ext>
            </a:extLst>
          </p:cNvPr>
          <p:cNvSpPr/>
          <p:nvPr/>
        </p:nvSpPr>
        <p:spPr>
          <a:xfrm>
            <a:off x="1435989" y="3719052"/>
            <a:ext cx="8515350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Route Comparison Example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graph of a route comparison&#10;&#10;AI-generated content may be incorrect.">
            <a:extLst>
              <a:ext uri="{FF2B5EF4-FFF2-40B4-BE49-F238E27FC236}">
                <a16:creationId xmlns:a16="http://schemas.microsoft.com/office/drawing/2014/main" id="{8E230F87-AE29-260A-2CBF-E338E9622B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777" y="0"/>
            <a:ext cx="6946445" cy="418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4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3835-03DE-DD5A-FA20-5DA21A28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68095DE-2F4D-3190-2E5A-5B75B15422D5}"/>
              </a:ext>
            </a:extLst>
          </p:cNvPr>
          <p:cNvSpPr/>
          <p:nvPr/>
        </p:nvSpPr>
        <p:spPr>
          <a:xfrm>
            <a:off x="1706879" y="3658092"/>
            <a:ext cx="7122795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Management Matrix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B0BC1B6E-A9E2-8D9F-A3D3-D5D9726E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6" name="Picture 5" descr="A diagram of data analysis&#10;&#10;AI-generated content may be incorrect.">
            <a:extLst>
              <a:ext uri="{FF2B5EF4-FFF2-40B4-BE49-F238E27FC236}">
                <a16:creationId xmlns:a16="http://schemas.microsoft.com/office/drawing/2014/main" id="{85AE7F5F-18DA-DDBA-BC0D-3E5AE027B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94" y="0"/>
            <a:ext cx="3350435" cy="41696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1518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F5B4-AAC6-8FD5-2ADD-75855DCC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B0B641D-368A-573F-DE61-25C8618F61EA}"/>
              </a:ext>
            </a:extLst>
          </p:cNvPr>
          <p:cNvSpPr/>
          <p:nvPr/>
        </p:nvSpPr>
        <p:spPr>
          <a:xfrm>
            <a:off x="644240" y="1823911"/>
            <a:ext cx="3549808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Milestone Dependencies Network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D60C5EFE-16CB-391B-6D60-4FA866B06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 descr="A diagram of a data preposition&#10;&#10;AI-generated content may be incorrect.">
            <a:extLst>
              <a:ext uri="{FF2B5EF4-FFF2-40B4-BE49-F238E27FC236}">
                <a16:creationId xmlns:a16="http://schemas.microsoft.com/office/drawing/2014/main" id="{BD6B138E-6436-CCF0-F7B9-5CFE91AB2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-3518"/>
            <a:ext cx="2764171" cy="514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0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C402-9FB1-95BB-076C-2EB02B96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36E9DDA-23EE-6DE1-EA42-D937986F3D39}"/>
              </a:ext>
            </a:extLst>
          </p:cNvPr>
          <p:cNvSpPr/>
          <p:nvPr/>
        </p:nvSpPr>
        <p:spPr>
          <a:xfrm>
            <a:off x="128015" y="3450828"/>
            <a:ext cx="8887967" cy="179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14-Week Project Timeline (Gantt Chart)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 0" descr="/tmp/rasterized-gradient-d69e56a3.png">
            <a:extLst>
              <a:ext uri="{FF2B5EF4-FFF2-40B4-BE49-F238E27FC236}">
                <a16:creationId xmlns:a16="http://schemas.microsoft.com/office/drawing/2014/main" id="{08C2478F-B417-6140-6997-D432AECE8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"/>
          </a:xfrm>
          <a:prstGeom prst="rect">
            <a:avLst/>
          </a:prstGeom>
        </p:spPr>
      </p:pic>
      <p:pic>
        <p:nvPicPr>
          <p:cNvPr id="4" name="Picture 3" descr="A timeline with numbers and letters&#10;&#10;AI-generated content may be incorrect.">
            <a:extLst>
              <a:ext uri="{FF2B5EF4-FFF2-40B4-BE49-F238E27FC236}">
                <a16:creationId xmlns:a16="http://schemas.microsoft.com/office/drawing/2014/main" id="{D6A83B8D-5E2A-79FE-5C7B-A1051DD801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60" y="1146048"/>
            <a:ext cx="8839322" cy="258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9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138</Words>
  <Application>Microsoft Office PowerPoint</Application>
  <PresentationFormat>On-screen Show (16:9)</PresentationFormat>
  <Paragraphs>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D24126048 Shalini Kuruguntla</cp:lastModifiedBy>
  <cp:revision>7</cp:revision>
  <dcterms:created xsi:type="dcterms:W3CDTF">2025-10-23T14:32:13Z</dcterms:created>
  <dcterms:modified xsi:type="dcterms:W3CDTF">2025-10-23T17:57:38Z</dcterms:modified>
</cp:coreProperties>
</file>